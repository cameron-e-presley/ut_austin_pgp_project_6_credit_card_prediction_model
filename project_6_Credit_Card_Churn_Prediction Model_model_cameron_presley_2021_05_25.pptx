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2" r:id="rId3"/>
    <p:sldId id="303" r:id="rId4"/>
    <p:sldId id="304" r:id="rId5"/>
    <p:sldId id="306" r:id="rId6"/>
    <p:sldId id="309" r:id="rId7"/>
    <p:sldId id="308" r:id="rId8"/>
    <p:sldId id="31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9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35"/>
    <p:restoredTop sz="94572"/>
  </p:normalViewPr>
  <p:slideViewPr>
    <p:cSldViewPr snapToGrid="0" snapToObjects="1" showGuides="1">
      <p:cViewPr>
        <p:scale>
          <a:sx n="70" d="100"/>
          <a:sy n="70" d="100"/>
        </p:scale>
        <p:origin x="336" y="880"/>
      </p:cViewPr>
      <p:guideLst>
        <p:guide orient="horz" pos="2160"/>
        <p:guide pos="19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80A720-07BE-4420-AD0E-B3F9BCAF0D54}"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A1B8544F-DE39-44FD-BFE1-F8C97C0B5F72}">
      <dgm:prSet/>
      <dgm:spPr/>
      <dgm:t>
        <a:bodyPr/>
        <a:lstStyle/>
        <a:p>
          <a:r>
            <a:rPr lang="en-US" b="0" i="0" u="none" dirty="0"/>
            <a:t>The Thera bank recently saw a steep decline in the number of users of their credit card, credit cards are a good source of income for banks because of different kinds of fees charged by the banks like annual fees, balance transfer fees, and cash advance fees, late payment fees, foreign transaction fees, and others. Some fees are charged on every user irrespective of usage, while others are charged under specified circumstances.</a:t>
          </a:r>
          <a:endParaRPr lang="en-US" dirty="0"/>
        </a:p>
      </dgm:t>
    </dgm:pt>
    <dgm:pt modelId="{A370C9F5-C42F-414E-AC70-95443DE9D024}" type="parTrans" cxnId="{79F98F2C-760F-490A-8F90-15D61051605E}">
      <dgm:prSet/>
      <dgm:spPr/>
      <dgm:t>
        <a:bodyPr/>
        <a:lstStyle/>
        <a:p>
          <a:endParaRPr lang="en-US"/>
        </a:p>
      </dgm:t>
    </dgm:pt>
    <dgm:pt modelId="{A1E4CF22-7B49-42E5-8671-2459FD0BE12B}" type="sibTrans" cxnId="{79F98F2C-760F-490A-8F90-15D61051605E}">
      <dgm:prSet/>
      <dgm:spPr/>
      <dgm:t>
        <a:bodyPr/>
        <a:lstStyle/>
        <a:p>
          <a:endParaRPr lang="en-US"/>
        </a:p>
      </dgm:t>
    </dgm:pt>
    <dgm:pt modelId="{57E5DD44-2D49-F748-B191-75A6B25B0431}">
      <dgm:prSet/>
      <dgm:spPr/>
      <dgm:t>
        <a:bodyPr/>
        <a:lstStyle/>
        <a:p>
          <a:r>
            <a:rPr lang="en-US" b="0" i="0" u="none" dirty="0"/>
            <a:t>Customers’ leaving credit cards services would lead bank to loss, so the bank wants to analyze the data of customers’ and identify the customers who will leave their credit card services and reason for same – so that bank could improve upon those areas</a:t>
          </a:r>
        </a:p>
      </dgm:t>
    </dgm:pt>
    <dgm:pt modelId="{0E683E36-C7D4-F943-A795-B9A9D1D23CB3}" type="parTrans" cxnId="{C1BC8ADD-A69A-D748-AD80-CB559E482E88}">
      <dgm:prSet/>
      <dgm:spPr/>
      <dgm:t>
        <a:bodyPr/>
        <a:lstStyle/>
        <a:p>
          <a:endParaRPr lang="en-US"/>
        </a:p>
      </dgm:t>
    </dgm:pt>
    <dgm:pt modelId="{018837A0-8999-1140-B38A-2F185A861130}" type="sibTrans" cxnId="{C1BC8ADD-A69A-D748-AD80-CB559E482E88}">
      <dgm:prSet/>
      <dgm:spPr/>
      <dgm:t>
        <a:bodyPr/>
        <a:lstStyle/>
        <a:p>
          <a:endParaRPr lang="en-US"/>
        </a:p>
      </dgm:t>
    </dgm:pt>
    <dgm:pt modelId="{31C7D56A-420D-854C-875A-A7326F24B6DE}">
      <dgm:prSet/>
      <dgm:spPr/>
      <dgm:t>
        <a:bodyPr/>
        <a:lstStyle/>
        <a:p>
          <a:r>
            <a:rPr lang="en-US" b="0" i="0" u="none" dirty="0"/>
            <a:t>You as a Data scientist at Thera bank need to come up with a classification model that will help bank improve their services so that customers do not renounce their credit cards</a:t>
          </a:r>
        </a:p>
        <a:p>
          <a:endParaRPr lang="en-US" b="0" i="0" u="none" dirty="0"/>
        </a:p>
      </dgm:t>
    </dgm:pt>
    <dgm:pt modelId="{30F17FB5-1F75-154A-8540-B60A0410FCD0}" type="parTrans" cxnId="{D4A0C451-5E0C-9345-BFF1-CF652B67A5C9}">
      <dgm:prSet/>
      <dgm:spPr/>
      <dgm:t>
        <a:bodyPr/>
        <a:lstStyle/>
        <a:p>
          <a:endParaRPr lang="en-US"/>
        </a:p>
      </dgm:t>
    </dgm:pt>
    <dgm:pt modelId="{B618FD6A-FD7B-FD42-ACDD-D0DC2385CED5}" type="sibTrans" cxnId="{D4A0C451-5E0C-9345-BFF1-CF652B67A5C9}">
      <dgm:prSet/>
      <dgm:spPr/>
      <dgm:t>
        <a:bodyPr/>
        <a:lstStyle/>
        <a:p>
          <a:endParaRPr lang="en-US"/>
        </a:p>
      </dgm:t>
    </dgm:pt>
    <dgm:pt modelId="{8B69A5FE-2367-EE4A-882E-33D76BDEC596}" type="pres">
      <dgm:prSet presAssocID="{6780A720-07BE-4420-AD0E-B3F9BCAF0D54}" presName="Name0" presStyleCnt="0">
        <dgm:presLayoutVars>
          <dgm:dir/>
          <dgm:resizeHandles val="exact"/>
        </dgm:presLayoutVars>
      </dgm:prSet>
      <dgm:spPr/>
    </dgm:pt>
    <dgm:pt modelId="{5081BE07-BAE9-D043-8B51-BDECF5CEC987}" type="pres">
      <dgm:prSet presAssocID="{A1B8544F-DE39-44FD-BFE1-F8C97C0B5F72}" presName="node" presStyleLbl="node1" presStyleIdx="0" presStyleCnt="3" custScaleY="155254">
        <dgm:presLayoutVars>
          <dgm:bulletEnabled val="1"/>
        </dgm:presLayoutVars>
      </dgm:prSet>
      <dgm:spPr/>
    </dgm:pt>
    <dgm:pt modelId="{C987DF32-B597-2549-B418-B26702EA3F9A}" type="pres">
      <dgm:prSet presAssocID="{A1E4CF22-7B49-42E5-8671-2459FD0BE12B}" presName="sibTrans" presStyleLbl="sibTrans1D1" presStyleIdx="0" presStyleCnt="2"/>
      <dgm:spPr/>
    </dgm:pt>
    <dgm:pt modelId="{F5F341A8-60F4-904D-8DF6-D1507DC2326D}" type="pres">
      <dgm:prSet presAssocID="{A1E4CF22-7B49-42E5-8671-2459FD0BE12B}" presName="connectorText" presStyleLbl="sibTrans1D1" presStyleIdx="0" presStyleCnt="2"/>
      <dgm:spPr/>
    </dgm:pt>
    <dgm:pt modelId="{B5BA6EBD-2E8B-8D4B-A29F-F3D0FE244250}" type="pres">
      <dgm:prSet presAssocID="{57E5DD44-2D49-F748-B191-75A6B25B0431}" presName="node" presStyleLbl="node1" presStyleIdx="1" presStyleCnt="3" custScaleY="152061" custLinFactNeighborY="299">
        <dgm:presLayoutVars>
          <dgm:bulletEnabled val="1"/>
        </dgm:presLayoutVars>
      </dgm:prSet>
      <dgm:spPr/>
    </dgm:pt>
    <dgm:pt modelId="{75174BA1-E1DB-AC48-A480-B470F930EDC1}" type="pres">
      <dgm:prSet presAssocID="{018837A0-8999-1140-B38A-2F185A861130}" presName="sibTrans" presStyleLbl="sibTrans1D1" presStyleIdx="1" presStyleCnt="2"/>
      <dgm:spPr/>
    </dgm:pt>
    <dgm:pt modelId="{7B0D65D7-E79F-7E45-B7A8-40A771B0B5FA}" type="pres">
      <dgm:prSet presAssocID="{018837A0-8999-1140-B38A-2F185A861130}" presName="connectorText" presStyleLbl="sibTrans1D1" presStyleIdx="1" presStyleCnt="2"/>
      <dgm:spPr/>
    </dgm:pt>
    <dgm:pt modelId="{DC35457A-C963-EC48-B570-FC5AE5F242E0}" type="pres">
      <dgm:prSet presAssocID="{31C7D56A-420D-854C-875A-A7326F24B6DE}" presName="node" presStyleLbl="node1" presStyleIdx="2" presStyleCnt="3" custScaleY="151464">
        <dgm:presLayoutVars>
          <dgm:bulletEnabled val="1"/>
        </dgm:presLayoutVars>
      </dgm:prSet>
      <dgm:spPr/>
    </dgm:pt>
  </dgm:ptLst>
  <dgm:cxnLst>
    <dgm:cxn modelId="{BC638715-C6F7-CC43-9DDA-48800857DA22}" type="presOf" srcId="{A1E4CF22-7B49-42E5-8671-2459FD0BE12B}" destId="{C987DF32-B597-2549-B418-B26702EA3F9A}" srcOrd="0" destOrd="0" presId="urn:microsoft.com/office/officeart/2016/7/layout/RepeatingBendingProcessNew"/>
    <dgm:cxn modelId="{79F98F2C-760F-490A-8F90-15D61051605E}" srcId="{6780A720-07BE-4420-AD0E-B3F9BCAF0D54}" destId="{A1B8544F-DE39-44FD-BFE1-F8C97C0B5F72}" srcOrd="0" destOrd="0" parTransId="{A370C9F5-C42F-414E-AC70-95443DE9D024}" sibTransId="{A1E4CF22-7B49-42E5-8671-2459FD0BE12B}"/>
    <dgm:cxn modelId="{D4A0C451-5E0C-9345-BFF1-CF652B67A5C9}" srcId="{6780A720-07BE-4420-AD0E-B3F9BCAF0D54}" destId="{31C7D56A-420D-854C-875A-A7326F24B6DE}" srcOrd="2" destOrd="0" parTransId="{30F17FB5-1F75-154A-8540-B60A0410FCD0}" sibTransId="{B618FD6A-FD7B-FD42-ACDD-D0DC2385CED5}"/>
    <dgm:cxn modelId="{75398E52-712B-A845-AAAE-C7B571E05BB3}" type="presOf" srcId="{57E5DD44-2D49-F748-B191-75A6B25B0431}" destId="{B5BA6EBD-2E8B-8D4B-A29F-F3D0FE244250}" srcOrd="0" destOrd="0" presId="urn:microsoft.com/office/officeart/2016/7/layout/RepeatingBendingProcessNew"/>
    <dgm:cxn modelId="{2A35FB80-74C4-8F42-8D65-E0B4E97ABA83}" type="presOf" srcId="{A1E4CF22-7B49-42E5-8671-2459FD0BE12B}" destId="{F5F341A8-60F4-904D-8DF6-D1507DC2326D}" srcOrd="1" destOrd="0" presId="urn:microsoft.com/office/officeart/2016/7/layout/RepeatingBendingProcessNew"/>
    <dgm:cxn modelId="{B113409A-8445-0844-849F-DE6F89F3348D}" type="presOf" srcId="{31C7D56A-420D-854C-875A-A7326F24B6DE}" destId="{DC35457A-C963-EC48-B570-FC5AE5F242E0}" srcOrd="0" destOrd="0" presId="urn:microsoft.com/office/officeart/2016/7/layout/RepeatingBendingProcessNew"/>
    <dgm:cxn modelId="{D39EFEA1-40E0-3E44-AC55-958965E73500}" type="presOf" srcId="{A1B8544F-DE39-44FD-BFE1-F8C97C0B5F72}" destId="{5081BE07-BAE9-D043-8B51-BDECF5CEC987}" srcOrd="0" destOrd="0" presId="urn:microsoft.com/office/officeart/2016/7/layout/RepeatingBendingProcessNew"/>
    <dgm:cxn modelId="{D98CCFA8-3940-D148-9B1C-C5B2C2801028}" type="presOf" srcId="{6780A720-07BE-4420-AD0E-B3F9BCAF0D54}" destId="{8B69A5FE-2367-EE4A-882E-33D76BDEC596}" srcOrd="0" destOrd="0" presId="urn:microsoft.com/office/officeart/2016/7/layout/RepeatingBendingProcessNew"/>
    <dgm:cxn modelId="{503A00C8-80B0-5B4A-9F2C-79C9257527C1}" type="presOf" srcId="{018837A0-8999-1140-B38A-2F185A861130}" destId="{75174BA1-E1DB-AC48-A480-B470F930EDC1}" srcOrd="0" destOrd="0" presId="urn:microsoft.com/office/officeart/2016/7/layout/RepeatingBendingProcessNew"/>
    <dgm:cxn modelId="{030B12D0-9621-6943-9B80-3EDAECBB2370}" type="presOf" srcId="{018837A0-8999-1140-B38A-2F185A861130}" destId="{7B0D65D7-E79F-7E45-B7A8-40A771B0B5FA}" srcOrd="1" destOrd="0" presId="urn:microsoft.com/office/officeart/2016/7/layout/RepeatingBendingProcessNew"/>
    <dgm:cxn modelId="{C1BC8ADD-A69A-D748-AD80-CB559E482E88}" srcId="{6780A720-07BE-4420-AD0E-B3F9BCAF0D54}" destId="{57E5DD44-2D49-F748-B191-75A6B25B0431}" srcOrd="1" destOrd="0" parTransId="{0E683E36-C7D4-F943-A795-B9A9D1D23CB3}" sibTransId="{018837A0-8999-1140-B38A-2F185A861130}"/>
    <dgm:cxn modelId="{823FEC95-3FD4-FC44-89AA-99F09291209B}" type="presParOf" srcId="{8B69A5FE-2367-EE4A-882E-33D76BDEC596}" destId="{5081BE07-BAE9-D043-8B51-BDECF5CEC987}" srcOrd="0" destOrd="0" presId="urn:microsoft.com/office/officeart/2016/7/layout/RepeatingBendingProcessNew"/>
    <dgm:cxn modelId="{A14F708E-E23D-084B-AB12-833C77AB68F8}" type="presParOf" srcId="{8B69A5FE-2367-EE4A-882E-33D76BDEC596}" destId="{C987DF32-B597-2549-B418-B26702EA3F9A}" srcOrd="1" destOrd="0" presId="urn:microsoft.com/office/officeart/2016/7/layout/RepeatingBendingProcessNew"/>
    <dgm:cxn modelId="{D32BF590-2781-724C-AC0F-78E5C7D7385A}" type="presParOf" srcId="{C987DF32-B597-2549-B418-B26702EA3F9A}" destId="{F5F341A8-60F4-904D-8DF6-D1507DC2326D}" srcOrd="0" destOrd="0" presId="urn:microsoft.com/office/officeart/2016/7/layout/RepeatingBendingProcessNew"/>
    <dgm:cxn modelId="{DF741EAB-0A13-E248-A5CE-C9E13AD5857A}" type="presParOf" srcId="{8B69A5FE-2367-EE4A-882E-33D76BDEC596}" destId="{B5BA6EBD-2E8B-8D4B-A29F-F3D0FE244250}" srcOrd="2" destOrd="0" presId="urn:microsoft.com/office/officeart/2016/7/layout/RepeatingBendingProcessNew"/>
    <dgm:cxn modelId="{56AC37EB-1078-CB45-81B1-E017E67C5B22}" type="presParOf" srcId="{8B69A5FE-2367-EE4A-882E-33D76BDEC596}" destId="{75174BA1-E1DB-AC48-A480-B470F930EDC1}" srcOrd="3" destOrd="0" presId="urn:microsoft.com/office/officeart/2016/7/layout/RepeatingBendingProcessNew"/>
    <dgm:cxn modelId="{BFF01DCC-3D55-D944-B905-E85B84C15C0E}" type="presParOf" srcId="{75174BA1-E1DB-AC48-A480-B470F930EDC1}" destId="{7B0D65D7-E79F-7E45-B7A8-40A771B0B5FA}" srcOrd="0" destOrd="0" presId="urn:microsoft.com/office/officeart/2016/7/layout/RepeatingBendingProcessNew"/>
    <dgm:cxn modelId="{5868AC5A-5946-7246-9D93-5F2354A8EE93}" type="presParOf" srcId="{8B69A5FE-2367-EE4A-882E-33D76BDEC596}" destId="{DC35457A-C963-EC48-B570-FC5AE5F242E0}" srcOrd="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87DF32-B597-2549-B418-B26702EA3F9A}">
      <dsp:nvSpPr>
        <dsp:cNvPr id="0" name=""/>
        <dsp:cNvSpPr/>
      </dsp:nvSpPr>
      <dsp:spPr>
        <a:xfrm>
          <a:off x="3040792" y="2129949"/>
          <a:ext cx="667342" cy="91440"/>
        </a:xfrm>
        <a:custGeom>
          <a:avLst/>
          <a:gdLst/>
          <a:ahLst/>
          <a:cxnLst/>
          <a:rect l="0" t="0" r="0" b="0"/>
          <a:pathLst>
            <a:path>
              <a:moveTo>
                <a:pt x="0" y="45720"/>
              </a:moveTo>
              <a:lnTo>
                <a:pt x="350771" y="45720"/>
              </a:lnTo>
              <a:lnTo>
                <a:pt x="350771" y="51163"/>
              </a:lnTo>
              <a:lnTo>
                <a:pt x="667342" y="51163"/>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2172179"/>
        <a:ext cx="34898" cy="6979"/>
      </dsp:txXfrm>
    </dsp:sp>
    <dsp:sp modelId="{5081BE07-BAE9-D043-8B51-BDECF5CEC987}">
      <dsp:nvSpPr>
        <dsp:cNvPr id="0" name=""/>
        <dsp:cNvSpPr/>
      </dsp:nvSpPr>
      <dsp:spPr>
        <a:xfrm>
          <a:off x="8061" y="762299"/>
          <a:ext cx="3034531" cy="282673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77850">
            <a:lnSpc>
              <a:spcPct val="90000"/>
            </a:lnSpc>
            <a:spcBef>
              <a:spcPct val="0"/>
            </a:spcBef>
            <a:spcAft>
              <a:spcPct val="35000"/>
            </a:spcAft>
            <a:buNone/>
          </a:pPr>
          <a:r>
            <a:rPr lang="en-US" sz="1300" b="0" i="0" u="none" kern="1200" dirty="0"/>
            <a:t>The Thera bank recently saw a steep decline in the number of users of their credit card, credit cards are a good source of income for banks because of different kinds of fees charged by the banks like annual fees, balance transfer fees, and cash advance fees, late payment fees, foreign transaction fees, and others. Some fees are charged on every user irrespective of usage, while others are charged under specified circumstances.</a:t>
          </a:r>
          <a:endParaRPr lang="en-US" sz="1300" kern="1200" dirty="0"/>
        </a:p>
      </dsp:txBody>
      <dsp:txXfrm>
        <a:off x="8061" y="762299"/>
        <a:ext cx="3034531" cy="2826738"/>
      </dsp:txXfrm>
    </dsp:sp>
    <dsp:sp modelId="{75174BA1-E1DB-AC48-A480-B470F930EDC1}">
      <dsp:nvSpPr>
        <dsp:cNvPr id="0" name=""/>
        <dsp:cNvSpPr/>
      </dsp:nvSpPr>
      <dsp:spPr>
        <a:xfrm>
          <a:off x="6773265" y="2129949"/>
          <a:ext cx="667342" cy="91440"/>
        </a:xfrm>
        <a:custGeom>
          <a:avLst/>
          <a:gdLst/>
          <a:ahLst/>
          <a:cxnLst/>
          <a:rect l="0" t="0" r="0" b="0"/>
          <a:pathLst>
            <a:path>
              <a:moveTo>
                <a:pt x="0" y="51163"/>
              </a:moveTo>
              <a:lnTo>
                <a:pt x="350771" y="51163"/>
              </a:lnTo>
              <a:lnTo>
                <a:pt x="350771" y="45720"/>
              </a:lnTo>
              <a:lnTo>
                <a:pt x="667342" y="45720"/>
              </a:lnTo>
            </a:path>
          </a:pathLst>
        </a:custGeom>
        <a:noFill/>
        <a:ln w="6350" cap="flat" cmpd="sng" algn="ctr">
          <a:solidFill>
            <a:schemeClr val="accent5">
              <a:hueOff val="-6758543"/>
              <a:satOff val="-17419"/>
              <a:lumOff val="-11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7" y="2172179"/>
        <a:ext cx="34898" cy="6979"/>
      </dsp:txXfrm>
    </dsp:sp>
    <dsp:sp modelId="{B5BA6EBD-2E8B-8D4B-A29F-F3D0FE244250}">
      <dsp:nvSpPr>
        <dsp:cNvPr id="0" name=""/>
        <dsp:cNvSpPr/>
      </dsp:nvSpPr>
      <dsp:spPr>
        <a:xfrm>
          <a:off x="3740534" y="796811"/>
          <a:ext cx="3034531" cy="2768602"/>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77850">
            <a:lnSpc>
              <a:spcPct val="90000"/>
            </a:lnSpc>
            <a:spcBef>
              <a:spcPct val="0"/>
            </a:spcBef>
            <a:spcAft>
              <a:spcPct val="35000"/>
            </a:spcAft>
            <a:buNone/>
          </a:pPr>
          <a:r>
            <a:rPr lang="en-US" sz="1300" b="0" i="0" u="none" kern="1200" dirty="0"/>
            <a:t>Customers’ leaving credit cards services would lead bank to loss, so the bank wants to analyze the data of customers’ and identify the customers who will leave their credit card services and reason for same – so that bank could improve upon those areas</a:t>
          </a:r>
        </a:p>
      </dsp:txBody>
      <dsp:txXfrm>
        <a:off x="3740534" y="796811"/>
        <a:ext cx="3034531" cy="2768602"/>
      </dsp:txXfrm>
    </dsp:sp>
    <dsp:sp modelId="{DC35457A-C963-EC48-B570-FC5AE5F242E0}">
      <dsp:nvSpPr>
        <dsp:cNvPr id="0" name=""/>
        <dsp:cNvSpPr/>
      </dsp:nvSpPr>
      <dsp:spPr>
        <a:xfrm>
          <a:off x="7473007" y="796802"/>
          <a:ext cx="3034531" cy="2757733"/>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77850">
            <a:lnSpc>
              <a:spcPct val="90000"/>
            </a:lnSpc>
            <a:spcBef>
              <a:spcPct val="0"/>
            </a:spcBef>
            <a:spcAft>
              <a:spcPct val="35000"/>
            </a:spcAft>
            <a:buNone/>
          </a:pPr>
          <a:r>
            <a:rPr lang="en-US" sz="1300" b="0" i="0" u="none" kern="1200" dirty="0"/>
            <a:t>You as a Data scientist at Thera bank need to come up with a classification model that will help bank improve their services so that customers do not renounce their credit cards</a:t>
          </a:r>
        </a:p>
        <a:p>
          <a:pPr marL="0" lvl="0" indent="0" algn="ctr" defTabSz="577850">
            <a:lnSpc>
              <a:spcPct val="90000"/>
            </a:lnSpc>
            <a:spcBef>
              <a:spcPct val="0"/>
            </a:spcBef>
            <a:spcAft>
              <a:spcPct val="35000"/>
            </a:spcAft>
            <a:buNone/>
          </a:pPr>
          <a:endParaRPr lang="en-US" sz="1300" b="0" i="0" u="none" kern="1200" dirty="0"/>
        </a:p>
      </dsp:txBody>
      <dsp:txXfrm>
        <a:off x="7473007" y="796802"/>
        <a:ext cx="3034531" cy="2757733"/>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4A8FC-3A9D-0D46-9D1C-9DD5F1A4D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93708A-3075-DC4F-809E-1B5C6C861D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3BE08-3BD5-6C4E-982C-FF43A2D9F490}"/>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5" name="Footer Placeholder 4">
            <a:extLst>
              <a:ext uri="{FF2B5EF4-FFF2-40B4-BE49-F238E27FC236}">
                <a16:creationId xmlns:a16="http://schemas.microsoft.com/office/drawing/2014/main" id="{609DC802-1F8B-FC4F-8CBF-6302FB9B7B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A396E0-8C59-F047-BC69-4FBD973A3A01}"/>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2669660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64FA5-588C-4E46-B68E-2598AACD8B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0DEF79-184A-E440-B4C1-98D88E8A92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94BFAA-F202-8145-804F-BBC2A00B8F9B}"/>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5" name="Footer Placeholder 4">
            <a:extLst>
              <a:ext uri="{FF2B5EF4-FFF2-40B4-BE49-F238E27FC236}">
                <a16:creationId xmlns:a16="http://schemas.microsoft.com/office/drawing/2014/main" id="{C2228693-D4FC-0E4D-8164-E2A682E095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2540B2-6300-A24C-8540-C450996FE558}"/>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2380987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4FA19-3A65-964A-9C9D-C74B4EEF44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F3C87A-D39C-D742-908E-A7E369E74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2E7BD4-E57F-DD40-8A31-B53B33144452}"/>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5" name="Footer Placeholder 4">
            <a:extLst>
              <a:ext uri="{FF2B5EF4-FFF2-40B4-BE49-F238E27FC236}">
                <a16:creationId xmlns:a16="http://schemas.microsoft.com/office/drawing/2014/main" id="{70132D02-52BF-BA40-A6C5-E7392B83A2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159EBB-5688-C842-835C-0E334DBDAC52}"/>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2633276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C4EFB-94D0-434F-B825-F11EC654A8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81FED6-1D5D-C34A-9A1B-E2D7D8C8A5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59BF68-ADD8-264C-9CE7-8C05D50DC2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55BC7-4E06-DB4F-ADB2-8FD7C175975B}"/>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6" name="Footer Placeholder 5">
            <a:extLst>
              <a:ext uri="{FF2B5EF4-FFF2-40B4-BE49-F238E27FC236}">
                <a16:creationId xmlns:a16="http://schemas.microsoft.com/office/drawing/2014/main" id="{AF2A8B54-1863-2E4B-BBE1-33A2347DFD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D1D6D5-80A2-B248-8641-3EF6EDD791B2}"/>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45492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A4B39-E3C7-8843-8E4B-7F01285CA4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8C0A5B-E2F5-2244-B468-4C67371ACF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8CA0F2-43B6-3341-8593-90C2419A8F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003118-C0E9-084A-96D7-CB34B8E8B9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7F1E9A-24C7-1C46-902D-20FF81E7B3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1450AC-FB44-4C42-95BC-87EA1A16D466}"/>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8" name="Footer Placeholder 7">
            <a:extLst>
              <a:ext uri="{FF2B5EF4-FFF2-40B4-BE49-F238E27FC236}">
                <a16:creationId xmlns:a16="http://schemas.microsoft.com/office/drawing/2014/main" id="{6128ED50-72FB-E942-9F53-218E5E75D0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509504-59B2-F245-9B3F-3E3D58F14BED}"/>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951445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A479E-25BE-4047-A1FC-7D8BA436D3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C99882-5395-A04E-A4DC-FFC663EF0D45}"/>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4" name="Footer Placeholder 3">
            <a:extLst>
              <a:ext uri="{FF2B5EF4-FFF2-40B4-BE49-F238E27FC236}">
                <a16:creationId xmlns:a16="http://schemas.microsoft.com/office/drawing/2014/main" id="{78E65D99-47AA-E44E-BEF8-A9B58FC3FE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1F7ACC-2E23-0741-BBDA-F89D18F7873B}"/>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162303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330D54-E57D-0B46-97FB-B59CBFEB87D8}"/>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3" name="Footer Placeholder 2">
            <a:extLst>
              <a:ext uri="{FF2B5EF4-FFF2-40B4-BE49-F238E27FC236}">
                <a16:creationId xmlns:a16="http://schemas.microsoft.com/office/drawing/2014/main" id="{6EEC8BA0-66EE-C341-A56F-3E1364C9CC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EEF817-419A-5C41-BC3E-2D0BA712707C}"/>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4165477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CA1CA-B06C-6944-8938-0229B6ACD1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BC4EB5-F330-344B-8838-F92EE6207D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E768D1-BE7D-F34A-811A-60AE9D251A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10119F-916F-504E-8E40-242EB8976EDE}"/>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6" name="Footer Placeholder 5">
            <a:extLst>
              <a:ext uri="{FF2B5EF4-FFF2-40B4-BE49-F238E27FC236}">
                <a16:creationId xmlns:a16="http://schemas.microsoft.com/office/drawing/2014/main" id="{EC4E6A9B-EF87-5A43-9282-0A133DEEB8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398050-A1D2-584D-BABC-815957BC7951}"/>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1967272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F6CB-8CAB-6F44-A33C-FC17C5E02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2105FE-04C2-E147-8586-98CD4D582E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83A16E-626C-A946-86D4-153446C85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63E172-1CDD-AD46-A992-8C9A621235B8}"/>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6" name="Footer Placeholder 5">
            <a:extLst>
              <a:ext uri="{FF2B5EF4-FFF2-40B4-BE49-F238E27FC236}">
                <a16:creationId xmlns:a16="http://schemas.microsoft.com/office/drawing/2014/main" id="{5431160D-F506-324B-95D6-906EEF8422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D8D2D9-40F9-094F-BDDE-88C4F78637BD}"/>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2620587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4581-98BE-D547-B2AC-2D226C0CDF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34D650-ED66-984B-8C7E-059C3305C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65254-B9E3-F147-83B2-AB77160753AC}"/>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5" name="Footer Placeholder 4">
            <a:extLst>
              <a:ext uri="{FF2B5EF4-FFF2-40B4-BE49-F238E27FC236}">
                <a16:creationId xmlns:a16="http://schemas.microsoft.com/office/drawing/2014/main" id="{E0FBE0FB-F34A-C446-A722-7870484D9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D05BC-39AF-6A44-9887-4DAB3FA9B68B}"/>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2624154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AA0FC3-E4CA-7441-A81F-DD1FCDF9BF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C1B6C1-EE68-A941-B178-D276B4B1F4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4A8B6-0607-6747-A5B9-15D13DE3CA38}"/>
              </a:ext>
            </a:extLst>
          </p:cNvPr>
          <p:cNvSpPr>
            <a:spLocks noGrp="1"/>
          </p:cNvSpPr>
          <p:nvPr>
            <p:ph type="dt" sz="half" idx="10"/>
          </p:nvPr>
        </p:nvSpPr>
        <p:spPr/>
        <p:txBody>
          <a:bodyPr/>
          <a:lstStyle/>
          <a:p>
            <a:fld id="{89995D4D-42F2-D44C-ADF7-DA595129EE93}" type="datetimeFigureOut">
              <a:rPr lang="en-US" smtClean="0"/>
              <a:t>5/25/21</a:t>
            </a:fld>
            <a:endParaRPr lang="en-US"/>
          </a:p>
        </p:txBody>
      </p:sp>
      <p:sp>
        <p:nvSpPr>
          <p:cNvPr id="5" name="Footer Placeholder 4">
            <a:extLst>
              <a:ext uri="{FF2B5EF4-FFF2-40B4-BE49-F238E27FC236}">
                <a16:creationId xmlns:a16="http://schemas.microsoft.com/office/drawing/2014/main" id="{982C4A86-1B04-1742-B1F3-CAFCDDE6D3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2CDA4-785B-304B-AB03-4B6BD2264BA2}"/>
              </a:ext>
            </a:extLst>
          </p:cNvPr>
          <p:cNvSpPr>
            <a:spLocks noGrp="1"/>
          </p:cNvSpPr>
          <p:nvPr>
            <p:ph type="sldNum" sz="quarter" idx="12"/>
          </p:nvPr>
        </p:nvSpPr>
        <p:spPr/>
        <p:txBody>
          <a:bodyPr/>
          <a:lstStyle/>
          <a:p>
            <a:fld id="{5B71D253-CF15-7F4A-98C9-9B71075DD6F1}" type="slidenum">
              <a:rPr lang="en-US" smtClean="0"/>
              <a:t>‹#›</a:t>
            </a:fld>
            <a:endParaRPr lang="en-US"/>
          </a:p>
        </p:txBody>
      </p:sp>
    </p:spTree>
    <p:extLst>
      <p:ext uri="{BB962C8B-B14F-4D97-AF65-F5344CB8AC3E}">
        <p14:creationId xmlns:p14="http://schemas.microsoft.com/office/powerpoint/2010/main" val="3498225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10B10-3E33-B848-983B-A04F9BE89D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F4FAB9-99D8-1B4F-AF25-A97A9F0F6F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EE5B17-9F45-D849-B392-B66115445B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995D4D-42F2-D44C-ADF7-DA595129EE93}" type="datetimeFigureOut">
              <a:rPr lang="en-US" smtClean="0"/>
              <a:t>5/25/21</a:t>
            </a:fld>
            <a:endParaRPr lang="en-US"/>
          </a:p>
        </p:txBody>
      </p:sp>
      <p:sp>
        <p:nvSpPr>
          <p:cNvPr id="5" name="Footer Placeholder 4">
            <a:extLst>
              <a:ext uri="{FF2B5EF4-FFF2-40B4-BE49-F238E27FC236}">
                <a16:creationId xmlns:a16="http://schemas.microsoft.com/office/drawing/2014/main" id="{989273F1-E6DA-7745-870F-287C436B63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9201B7-722C-1341-8D1A-A44A961195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71D253-CF15-7F4A-98C9-9B71075DD6F1}" type="slidenum">
              <a:rPr lang="en-US" smtClean="0"/>
              <a:t>‹#›</a:t>
            </a:fld>
            <a:endParaRPr lang="en-US"/>
          </a:p>
        </p:txBody>
      </p:sp>
    </p:spTree>
    <p:extLst>
      <p:ext uri="{BB962C8B-B14F-4D97-AF65-F5344CB8AC3E}">
        <p14:creationId xmlns:p14="http://schemas.microsoft.com/office/powerpoint/2010/main" val="2566972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4">
            <a:extLst>
              <a:ext uri="{FF2B5EF4-FFF2-40B4-BE49-F238E27FC236}">
                <a16:creationId xmlns:a16="http://schemas.microsoft.com/office/drawing/2014/main" id="{442F1C99-DC89-4C0E-9645-78ED266B8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grpSp>
        <p:nvGrpSpPr>
          <p:cNvPr id="64" name="Group 56">
            <a:extLst>
              <a:ext uri="{FF2B5EF4-FFF2-40B4-BE49-F238E27FC236}">
                <a16:creationId xmlns:a16="http://schemas.microsoft.com/office/drawing/2014/main" id="{4396BB5E-BA6F-47C5-9F8F-843CAB8EC8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58000"/>
            <a:chOff x="0" y="0"/>
            <a:chExt cx="12191999" cy="6858000"/>
          </a:xfrm>
        </p:grpSpPr>
        <p:sp>
          <p:nvSpPr>
            <p:cNvPr id="58" name="Freeform: Shape 57">
              <a:extLst>
                <a:ext uri="{FF2B5EF4-FFF2-40B4-BE49-F238E27FC236}">
                  <a16:creationId xmlns:a16="http://schemas.microsoft.com/office/drawing/2014/main" id="{2E493B59-0272-4463-9451-E587EB26F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0" y="0"/>
              <a:ext cx="12191999" cy="6858000"/>
            </a:xfrm>
            <a:custGeom>
              <a:avLst/>
              <a:gdLst>
                <a:gd name="connsiteX0" fmla="*/ 12191997 w 12191999"/>
                <a:gd name="connsiteY0" fmla="*/ 0 h 6858000"/>
                <a:gd name="connsiteX1" fmla="*/ 12191999 w 12191999"/>
                <a:gd name="connsiteY1" fmla="*/ 0 h 6858000"/>
                <a:gd name="connsiteX2" fmla="*/ 12191999 w 12191999"/>
                <a:gd name="connsiteY2" fmla="*/ 6181404 h 6858000"/>
                <a:gd name="connsiteX3" fmla="*/ 12191997 w 12191999"/>
                <a:gd name="connsiteY3" fmla="*/ 6181404 h 6858000"/>
                <a:gd name="connsiteX4" fmla="*/ 0 w 12191999"/>
                <a:gd name="connsiteY4" fmla="*/ 0 h 6858000"/>
                <a:gd name="connsiteX5" fmla="*/ 1 w 12191999"/>
                <a:gd name="connsiteY5" fmla="*/ 0 h 6858000"/>
                <a:gd name="connsiteX6" fmla="*/ 1 w 12191999"/>
                <a:gd name="connsiteY6" fmla="*/ 6181404 h 6858000"/>
                <a:gd name="connsiteX7" fmla="*/ 1853 w 12191999"/>
                <a:gd name="connsiteY7" fmla="*/ 6181361 h 6858000"/>
                <a:gd name="connsiteX8" fmla="*/ 62178 w 12191999"/>
                <a:gd name="connsiteY8" fmla="*/ 6173423 h 6858000"/>
                <a:gd name="connsiteX9" fmla="*/ 114565 w 12191999"/>
                <a:gd name="connsiteY9" fmla="*/ 6162311 h 6858000"/>
                <a:gd name="connsiteX10" fmla="*/ 160603 w 12191999"/>
                <a:gd name="connsiteY10" fmla="*/ 6148023 h 6858000"/>
                <a:gd name="connsiteX11" fmla="*/ 201878 w 12191999"/>
                <a:gd name="connsiteY11" fmla="*/ 6132148 h 6858000"/>
                <a:gd name="connsiteX12" fmla="*/ 238390 w 12191999"/>
                <a:gd name="connsiteY12" fmla="*/ 6113098 h 6858000"/>
                <a:gd name="connsiteX13" fmla="*/ 276490 w 12191999"/>
                <a:gd name="connsiteY13" fmla="*/ 6094048 h 6858000"/>
                <a:gd name="connsiteX14" fmla="*/ 314590 w 12191999"/>
                <a:gd name="connsiteY14" fmla="*/ 6074998 h 6858000"/>
                <a:gd name="connsiteX15" fmla="*/ 351103 w 12191999"/>
                <a:gd name="connsiteY15" fmla="*/ 6059123 h 6858000"/>
                <a:gd name="connsiteX16" fmla="*/ 392378 w 12191999"/>
                <a:gd name="connsiteY16" fmla="*/ 6043248 h 6858000"/>
                <a:gd name="connsiteX17" fmla="*/ 438415 w 12191999"/>
                <a:gd name="connsiteY17" fmla="*/ 6027373 h 6858000"/>
                <a:gd name="connsiteX18" fmla="*/ 490803 w 12191999"/>
                <a:gd name="connsiteY18" fmla="*/ 6016261 h 6858000"/>
                <a:gd name="connsiteX19" fmla="*/ 551128 w 12191999"/>
                <a:gd name="connsiteY19" fmla="*/ 6009911 h 6858000"/>
                <a:gd name="connsiteX20" fmla="*/ 619390 w 12191999"/>
                <a:gd name="connsiteY20" fmla="*/ 6006736 h 6858000"/>
                <a:gd name="connsiteX21" fmla="*/ 687653 w 12191999"/>
                <a:gd name="connsiteY21" fmla="*/ 6009911 h 6858000"/>
                <a:gd name="connsiteX22" fmla="*/ 747978 w 12191999"/>
                <a:gd name="connsiteY22" fmla="*/ 6016261 h 6858000"/>
                <a:gd name="connsiteX23" fmla="*/ 800365 w 12191999"/>
                <a:gd name="connsiteY23" fmla="*/ 6027373 h 6858000"/>
                <a:gd name="connsiteX24" fmla="*/ 846403 w 12191999"/>
                <a:gd name="connsiteY24" fmla="*/ 6043248 h 6858000"/>
                <a:gd name="connsiteX25" fmla="*/ 887678 w 12191999"/>
                <a:gd name="connsiteY25" fmla="*/ 6059123 h 6858000"/>
                <a:gd name="connsiteX26" fmla="*/ 924190 w 12191999"/>
                <a:gd name="connsiteY26" fmla="*/ 6074998 h 6858000"/>
                <a:gd name="connsiteX27" fmla="*/ 962290 w 12191999"/>
                <a:gd name="connsiteY27" fmla="*/ 6094048 h 6858000"/>
                <a:gd name="connsiteX28" fmla="*/ 1000390 w 12191999"/>
                <a:gd name="connsiteY28" fmla="*/ 6113098 h 6858000"/>
                <a:gd name="connsiteX29" fmla="*/ 1036903 w 12191999"/>
                <a:gd name="connsiteY29" fmla="*/ 6132148 h 6858000"/>
                <a:gd name="connsiteX30" fmla="*/ 1078178 w 12191999"/>
                <a:gd name="connsiteY30" fmla="*/ 6148023 h 6858000"/>
                <a:gd name="connsiteX31" fmla="*/ 1124215 w 12191999"/>
                <a:gd name="connsiteY31" fmla="*/ 6162311 h 6858000"/>
                <a:gd name="connsiteX32" fmla="*/ 1176603 w 12191999"/>
                <a:gd name="connsiteY32" fmla="*/ 6173423 h 6858000"/>
                <a:gd name="connsiteX33" fmla="*/ 1236928 w 12191999"/>
                <a:gd name="connsiteY33" fmla="*/ 6181361 h 6858000"/>
                <a:gd name="connsiteX34" fmla="*/ 1305190 w 12191999"/>
                <a:gd name="connsiteY34" fmla="*/ 6182948 h 6858000"/>
                <a:gd name="connsiteX35" fmla="*/ 1373453 w 12191999"/>
                <a:gd name="connsiteY35" fmla="*/ 6181361 h 6858000"/>
                <a:gd name="connsiteX36" fmla="*/ 1433778 w 12191999"/>
                <a:gd name="connsiteY36" fmla="*/ 6173423 h 6858000"/>
                <a:gd name="connsiteX37" fmla="*/ 1486165 w 12191999"/>
                <a:gd name="connsiteY37" fmla="*/ 6162311 h 6858000"/>
                <a:gd name="connsiteX38" fmla="*/ 1532203 w 12191999"/>
                <a:gd name="connsiteY38" fmla="*/ 6148023 h 6858000"/>
                <a:gd name="connsiteX39" fmla="*/ 1573478 w 12191999"/>
                <a:gd name="connsiteY39" fmla="*/ 6132148 h 6858000"/>
                <a:gd name="connsiteX40" fmla="*/ 1609990 w 12191999"/>
                <a:gd name="connsiteY40" fmla="*/ 6113098 h 6858000"/>
                <a:gd name="connsiteX41" fmla="*/ 1648090 w 12191999"/>
                <a:gd name="connsiteY41" fmla="*/ 6094048 h 6858000"/>
                <a:gd name="connsiteX42" fmla="*/ 1686190 w 12191999"/>
                <a:gd name="connsiteY42" fmla="*/ 6074998 h 6858000"/>
                <a:gd name="connsiteX43" fmla="*/ 1722703 w 12191999"/>
                <a:gd name="connsiteY43" fmla="*/ 6059123 h 6858000"/>
                <a:gd name="connsiteX44" fmla="*/ 1763978 w 12191999"/>
                <a:gd name="connsiteY44" fmla="*/ 6043248 h 6858000"/>
                <a:gd name="connsiteX45" fmla="*/ 1810015 w 12191999"/>
                <a:gd name="connsiteY45" fmla="*/ 6027373 h 6858000"/>
                <a:gd name="connsiteX46" fmla="*/ 1862403 w 12191999"/>
                <a:gd name="connsiteY46" fmla="*/ 6016261 h 6858000"/>
                <a:gd name="connsiteX47" fmla="*/ 1922728 w 12191999"/>
                <a:gd name="connsiteY47" fmla="*/ 6009911 h 6858000"/>
                <a:gd name="connsiteX48" fmla="*/ 1990990 w 12191999"/>
                <a:gd name="connsiteY48" fmla="*/ 6006736 h 6858000"/>
                <a:gd name="connsiteX49" fmla="*/ 2059253 w 12191999"/>
                <a:gd name="connsiteY49" fmla="*/ 6009911 h 6858000"/>
                <a:gd name="connsiteX50" fmla="*/ 2119578 w 12191999"/>
                <a:gd name="connsiteY50" fmla="*/ 6016261 h 6858000"/>
                <a:gd name="connsiteX51" fmla="*/ 2171965 w 12191999"/>
                <a:gd name="connsiteY51" fmla="*/ 6027373 h 6858000"/>
                <a:gd name="connsiteX52" fmla="*/ 2218003 w 12191999"/>
                <a:gd name="connsiteY52" fmla="*/ 6043248 h 6858000"/>
                <a:gd name="connsiteX53" fmla="*/ 2259278 w 12191999"/>
                <a:gd name="connsiteY53" fmla="*/ 6059123 h 6858000"/>
                <a:gd name="connsiteX54" fmla="*/ 2295790 w 12191999"/>
                <a:gd name="connsiteY54" fmla="*/ 6074998 h 6858000"/>
                <a:gd name="connsiteX55" fmla="*/ 2333890 w 12191999"/>
                <a:gd name="connsiteY55" fmla="*/ 6094048 h 6858000"/>
                <a:gd name="connsiteX56" fmla="*/ 2371990 w 12191999"/>
                <a:gd name="connsiteY56" fmla="*/ 6113098 h 6858000"/>
                <a:gd name="connsiteX57" fmla="*/ 2408503 w 12191999"/>
                <a:gd name="connsiteY57" fmla="*/ 6132148 h 6858000"/>
                <a:gd name="connsiteX58" fmla="*/ 2449778 w 12191999"/>
                <a:gd name="connsiteY58" fmla="*/ 6148023 h 6858000"/>
                <a:gd name="connsiteX59" fmla="*/ 2495815 w 12191999"/>
                <a:gd name="connsiteY59" fmla="*/ 6162311 h 6858000"/>
                <a:gd name="connsiteX60" fmla="*/ 2548203 w 12191999"/>
                <a:gd name="connsiteY60" fmla="*/ 6173423 h 6858000"/>
                <a:gd name="connsiteX61" fmla="*/ 2608528 w 12191999"/>
                <a:gd name="connsiteY61" fmla="*/ 6181361 h 6858000"/>
                <a:gd name="connsiteX62" fmla="*/ 2676790 w 12191999"/>
                <a:gd name="connsiteY62" fmla="*/ 6182948 h 6858000"/>
                <a:gd name="connsiteX63" fmla="*/ 2745053 w 12191999"/>
                <a:gd name="connsiteY63" fmla="*/ 6181361 h 6858000"/>
                <a:gd name="connsiteX64" fmla="*/ 2805378 w 12191999"/>
                <a:gd name="connsiteY64" fmla="*/ 6173423 h 6858000"/>
                <a:gd name="connsiteX65" fmla="*/ 2857765 w 12191999"/>
                <a:gd name="connsiteY65" fmla="*/ 6162311 h 6858000"/>
                <a:gd name="connsiteX66" fmla="*/ 2903803 w 12191999"/>
                <a:gd name="connsiteY66" fmla="*/ 6148023 h 6858000"/>
                <a:gd name="connsiteX67" fmla="*/ 2945078 w 12191999"/>
                <a:gd name="connsiteY67" fmla="*/ 6132148 h 6858000"/>
                <a:gd name="connsiteX68" fmla="*/ 2981590 w 12191999"/>
                <a:gd name="connsiteY68" fmla="*/ 6113098 h 6858000"/>
                <a:gd name="connsiteX69" fmla="*/ 3019690 w 12191999"/>
                <a:gd name="connsiteY69" fmla="*/ 6094048 h 6858000"/>
                <a:gd name="connsiteX70" fmla="*/ 3057790 w 12191999"/>
                <a:gd name="connsiteY70" fmla="*/ 6074998 h 6858000"/>
                <a:gd name="connsiteX71" fmla="*/ 3094303 w 12191999"/>
                <a:gd name="connsiteY71" fmla="*/ 6059123 h 6858000"/>
                <a:gd name="connsiteX72" fmla="*/ 3135578 w 12191999"/>
                <a:gd name="connsiteY72" fmla="*/ 6043248 h 6858000"/>
                <a:gd name="connsiteX73" fmla="*/ 3181615 w 12191999"/>
                <a:gd name="connsiteY73" fmla="*/ 6027373 h 6858000"/>
                <a:gd name="connsiteX74" fmla="*/ 3234003 w 12191999"/>
                <a:gd name="connsiteY74" fmla="*/ 6016261 h 6858000"/>
                <a:gd name="connsiteX75" fmla="*/ 3294328 w 12191999"/>
                <a:gd name="connsiteY75" fmla="*/ 6009911 h 6858000"/>
                <a:gd name="connsiteX76" fmla="*/ 3361003 w 12191999"/>
                <a:gd name="connsiteY76" fmla="*/ 6006736 h 6858000"/>
                <a:gd name="connsiteX77" fmla="*/ 3430853 w 12191999"/>
                <a:gd name="connsiteY77" fmla="*/ 6009911 h 6858000"/>
                <a:gd name="connsiteX78" fmla="*/ 3491178 w 12191999"/>
                <a:gd name="connsiteY78" fmla="*/ 6016261 h 6858000"/>
                <a:gd name="connsiteX79" fmla="*/ 3543565 w 12191999"/>
                <a:gd name="connsiteY79" fmla="*/ 6027373 h 6858000"/>
                <a:gd name="connsiteX80" fmla="*/ 3589603 w 12191999"/>
                <a:gd name="connsiteY80" fmla="*/ 6043248 h 6858000"/>
                <a:gd name="connsiteX81" fmla="*/ 3630878 w 12191999"/>
                <a:gd name="connsiteY81" fmla="*/ 6059123 h 6858000"/>
                <a:gd name="connsiteX82" fmla="*/ 3667390 w 12191999"/>
                <a:gd name="connsiteY82" fmla="*/ 6074998 h 6858000"/>
                <a:gd name="connsiteX83" fmla="*/ 3705490 w 12191999"/>
                <a:gd name="connsiteY83" fmla="*/ 6094048 h 6858000"/>
                <a:gd name="connsiteX84" fmla="*/ 3743590 w 12191999"/>
                <a:gd name="connsiteY84" fmla="*/ 6113098 h 6858000"/>
                <a:gd name="connsiteX85" fmla="*/ 3780103 w 12191999"/>
                <a:gd name="connsiteY85" fmla="*/ 6132148 h 6858000"/>
                <a:gd name="connsiteX86" fmla="*/ 3821378 w 12191999"/>
                <a:gd name="connsiteY86" fmla="*/ 6148023 h 6858000"/>
                <a:gd name="connsiteX87" fmla="*/ 3867415 w 12191999"/>
                <a:gd name="connsiteY87" fmla="*/ 6162311 h 6858000"/>
                <a:gd name="connsiteX88" fmla="*/ 3919803 w 12191999"/>
                <a:gd name="connsiteY88" fmla="*/ 6173423 h 6858000"/>
                <a:gd name="connsiteX89" fmla="*/ 3980128 w 12191999"/>
                <a:gd name="connsiteY89" fmla="*/ 6181361 h 6858000"/>
                <a:gd name="connsiteX90" fmla="*/ 4048390 w 12191999"/>
                <a:gd name="connsiteY90" fmla="*/ 6182948 h 6858000"/>
                <a:gd name="connsiteX91" fmla="*/ 4116653 w 12191999"/>
                <a:gd name="connsiteY91" fmla="*/ 6181361 h 6858000"/>
                <a:gd name="connsiteX92" fmla="*/ 4176978 w 12191999"/>
                <a:gd name="connsiteY92" fmla="*/ 6173423 h 6858000"/>
                <a:gd name="connsiteX93" fmla="*/ 4229365 w 12191999"/>
                <a:gd name="connsiteY93" fmla="*/ 6162311 h 6858000"/>
                <a:gd name="connsiteX94" fmla="*/ 4275403 w 12191999"/>
                <a:gd name="connsiteY94" fmla="*/ 6148023 h 6858000"/>
                <a:gd name="connsiteX95" fmla="*/ 4316678 w 12191999"/>
                <a:gd name="connsiteY95" fmla="*/ 6132148 h 6858000"/>
                <a:gd name="connsiteX96" fmla="*/ 4353190 w 12191999"/>
                <a:gd name="connsiteY96" fmla="*/ 6113098 h 6858000"/>
                <a:gd name="connsiteX97" fmla="*/ 4429390 w 12191999"/>
                <a:gd name="connsiteY97" fmla="*/ 6074998 h 6858000"/>
                <a:gd name="connsiteX98" fmla="*/ 4465903 w 12191999"/>
                <a:gd name="connsiteY98" fmla="*/ 6059123 h 6858000"/>
                <a:gd name="connsiteX99" fmla="*/ 4507178 w 12191999"/>
                <a:gd name="connsiteY99" fmla="*/ 6043248 h 6858000"/>
                <a:gd name="connsiteX100" fmla="*/ 4553217 w 12191999"/>
                <a:gd name="connsiteY100" fmla="*/ 6027373 h 6858000"/>
                <a:gd name="connsiteX101" fmla="*/ 4605603 w 12191999"/>
                <a:gd name="connsiteY101" fmla="*/ 6016261 h 6858000"/>
                <a:gd name="connsiteX102" fmla="*/ 4665929 w 12191999"/>
                <a:gd name="connsiteY102" fmla="*/ 6009911 h 6858000"/>
                <a:gd name="connsiteX103" fmla="*/ 4734190 w 12191999"/>
                <a:gd name="connsiteY103" fmla="*/ 6006736 h 6858000"/>
                <a:gd name="connsiteX104" fmla="*/ 4802454 w 12191999"/>
                <a:gd name="connsiteY104" fmla="*/ 6009911 h 6858000"/>
                <a:gd name="connsiteX105" fmla="*/ 4862778 w 12191999"/>
                <a:gd name="connsiteY105" fmla="*/ 6016261 h 6858000"/>
                <a:gd name="connsiteX106" fmla="*/ 4915166 w 12191999"/>
                <a:gd name="connsiteY106" fmla="*/ 6027373 h 6858000"/>
                <a:gd name="connsiteX107" fmla="*/ 4961203 w 12191999"/>
                <a:gd name="connsiteY107" fmla="*/ 6043248 h 6858000"/>
                <a:gd name="connsiteX108" fmla="*/ 5002479 w 12191999"/>
                <a:gd name="connsiteY108" fmla="*/ 6059123 h 6858000"/>
                <a:gd name="connsiteX109" fmla="*/ 5038990 w 12191999"/>
                <a:gd name="connsiteY109" fmla="*/ 6074998 h 6858000"/>
                <a:gd name="connsiteX110" fmla="*/ 5077092 w 12191999"/>
                <a:gd name="connsiteY110" fmla="*/ 6094048 h 6858000"/>
                <a:gd name="connsiteX111" fmla="*/ 5115191 w 12191999"/>
                <a:gd name="connsiteY111" fmla="*/ 6113098 h 6858000"/>
                <a:gd name="connsiteX112" fmla="*/ 5151703 w 12191999"/>
                <a:gd name="connsiteY112" fmla="*/ 6132148 h 6858000"/>
                <a:gd name="connsiteX113" fmla="*/ 5192979 w 12191999"/>
                <a:gd name="connsiteY113" fmla="*/ 6148023 h 6858000"/>
                <a:gd name="connsiteX114" fmla="*/ 5239015 w 12191999"/>
                <a:gd name="connsiteY114" fmla="*/ 6162311 h 6858000"/>
                <a:gd name="connsiteX115" fmla="*/ 5291402 w 12191999"/>
                <a:gd name="connsiteY115" fmla="*/ 6173423 h 6858000"/>
                <a:gd name="connsiteX116" fmla="*/ 5351728 w 12191999"/>
                <a:gd name="connsiteY116" fmla="*/ 6181361 h 6858000"/>
                <a:gd name="connsiteX117" fmla="*/ 5410200 w 12191999"/>
                <a:gd name="connsiteY117" fmla="*/ 6182721 h 6858000"/>
                <a:gd name="connsiteX118" fmla="*/ 5468672 w 12191999"/>
                <a:gd name="connsiteY118" fmla="*/ 6181361 h 6858000"/>
                <a:gd name="connsiteX119" fmla="*/ 5528997 w 12191999"/>
                <a:gd name="connsiteY119" fmla="*/ 6173423 h 6858000"/>
                <a:gd name="connsiteX120" fmla="*/ 5581384 w 12191999"/>
                <a:gd name="connsiteY120" fmla="*/ 6162311 h 6858000"/>
                <a:gd name="connsiteX121" fmla="*/ 5627422 w 12191999"/>
                <a:gd name="connsiteY121" fmla="*/ 6148023 h 6858000"/>
                <a:gd name="connsiteX122" fmla="*/ 5668697 w 12191999"/>
                <a:gd name="connsiteY122" fmla="*/ 6132148 h 6858000"/>
                <a:gd name="connsiteX123" fmla="*/ 5705211 w 12191999"/>
                <a:gd name="connsiteY123" fmla="*/ 6113098 h 6858000"/>
                <a:gd name="connsiteX124" fmla="*/ 5743309 w 12191999"/>
                <a:gd name="connsiteY124" fmla="*/ 6094048 h 6858000"/>
                <a:gd name="connsiteX125" fmla="*/ 5781409 w 12191999"/>
                <a:gd name="connsiteY125" fmla="*/ 6074998 h 6858000"/>
                <a:gd name="connsiteX126" fmla="*/ 5817922 w 12191999"/>
                <a:gd name="connsiteY126" fmla="*/ 6059123 h 6858000"/>
                <a:gd name="connsiteX127" fmla="*/ 5859197 w 12191999"/>
                <a:gd name="connsiteY127" fmla="*/ 6043248 h 6858000"/>
                <a:gd name="connsiteX128" fmla="*/ 5905235 w 12191999"/>
                <a:gd name="connsiteY128" fmla="*/ 6027373 h 6858000"/>
                <a:gd name="connsiteX129" fmla="*/ 5957622 w 12191999"/>
                <a:gd name="connsiteY129" fmla="*/ 6016261 h 6858000"/>
                <a:gd name="connsiteX130" fmla="*/ 6017949 w 12191999"/>
                <a:gd name="connsiteY130" fmla="*/ 6009911 h 6858000"/>
                <a:gd name="connsiteX131" fmla="*/ 6086211 w 12191999"/>
                <a:gd name="connsiteY131" fmla="*/ 6006736 h 6858000"/>
                <a:gd name="connsiteX132" fmla="*/ 6096000 w 12191999"/>
                <a:gd name="connsiteY132" fmla="*/ 6007191 h 6858000"/>
                <a:gd name="connsiteX133" fmla="*/ 6105790 w 12191999"/>
                <a:gd name="connsiteY133" fmla="*/ 6006736 h 6858000"/>
                <a:gd name="connsiteX134" fmla="*/ 6174053 w 12191999"/>
                <a:gd name="connsiteY134" fmla="*/ 6009911 h 6858000"/>
                <a:gd name="connsiteX135" fmla="*/ 6234378 w 12191999"/>
                <a:gd name="connsiteY135" fmla="*/ 6016261 h 6858000"/>
                <a:gd name="connsiteX136" fmla="*/ 6286765 w 12191999"/>
                <a:gd name="connsiteY136" fmla="*/ 6027373 h 6858000"/>
                <a:gd name="connsiteX137" fmla="*/ 6332803 w 12191999"/>
                <a:gd name="connsiteY137" fmla="*/ 6043248 h 6858000"/>
                <a:gd name="connsiteX138" fmla="*/ 6374078 w 12191999"/>
                <a:gd name="connsiteY138" fmla="*/ 6059123 h 6858000"/>
                <a:gd name="connsiteX139" fmla="*/ 6410590 w 12191999"/>
                <a:gd name="connsiteY139" fmla="*/ 6074998 h 6858000"/>
                <a:gd name="connsiteX140" fmla="*/ 6448690 w 12191999"/>
                <a:gd name="connsiteY140" fmla="*/ 6094048 h 6858000"/>
                <a:gd name="connsiteX141" fmla="*/ 6486790 w 12191999"/>
                <a:gd name="connsiteY141" fmla="*/ 6113098 h 6858000"/>
                <a:gd name="connsiteX142" fmla="*/ 6523303 w 12191999"/>
                <a:gd name="connsiteY142" fmla="*/ 6132148 h 6858000"/>
                <a:gd name="connsiteX143" fmla="*/ 6564578 w 12191999"/>
                <a:gd name="connsiteY143" fmla="*/ 6148023 h 6858000"/>
                <a:gd name="connsiteX144" fmla="*/ 6610615 w 12191999"/>
                <a:gd name="connsiteY144" fmla="*/ 6162311 h 6858000"/>
                <a:gd name="connsiteX145" fmla="*/ 6663003 w 12191999"/>
                <a:gd name="connsiteY145" fmla="*/ 6173423 h 6858000"/>
                <a:gd name="connsiteX146" fmla="*/ 6723328 w 12191999"/>
                <a:gd name="connsiteY146" fmla="*/ 6181361 h 6858000"/>
                <a:gd name="connsiteX147" fmla="*/ 6781800 w 12191999"/>
                <a:gd name="connsiteY147" fmla="*/ 6182721 h 6858000"/>
                <a:gd name="connsiteX148" fmla="*/ 6840272 w 12191999"/>
                <a:gd name="connsiteY148" fmla="*/ 6181361 h 6858000"/>
                <a:gd name="connsiteX149" fmla="*/ 6900597 w 12191999"/>
                <a:gd name="connsiteY149" fmla="*/ 6173423 h 6858000"/>
                <a:gd name="connsiteX150" fmla="*/ 6952984 w 12191999"/>
                <a:gd name="connsiteY150" fmla="*/ 6162311 h 6858000"/>
                <a:gd name="connsiteX151" fmla="*/ 6999022 w 12191999"/>
                <a:gd name="connsiteY151" fmla="*/ 6148023 h 6858000"/>
                <a:gd name="connsiteX152" fmla="*/ 7040297 w 12191999"/>
                <a:gd name="connsiteY152" fmla="*/ 6132148 h 6858000"/>
                <a:gd name="connsiteX153" fmla="*/ 7076809 w 12191999"/>
                <a:gd name="connsiteY153" fmla="*/ 6113098 h 6858000"/>
                <a:gd name="connsiteX154" fmla="*/ 7114909 w 12191999"/>
                <a:gd name="connsiteY154" fmla="*/ 6094048 h 6858000"/>
                <a:gd name="connsiteX155" fmla="*/ 7153009 w 12191999"/>
                <a:gd name="connsiteY155" fmla="*/ 6074998 h 6858000"/>
                <a:gd name="connsiteX156" fmla="*/ 7189522 w 12191999"/>
                <a:gd name="connsiteY156" fmla="*/ 6059123 h 6858000"/>
                <a:gd name="connsiteX157" fmla="*/ 7230797 w 12191999"/>
                <a:gd name="connsiteY157" fmla="*/ 6043248 h 6858000"/>
                <a:gd name="connsiteX158" fmla="*/ 7276834 w 12191999"/>
                <a:gd name="connsiteY158" fmla="*/ 6027373 h 6858000"/>
                <a:gd name="connsiteX159" fmla="*/ 7329222 w 12191999"/>
                <a:gd name="connsiteY159" fmla="*/ 6016261 h 6858000"/>
                <a:gd name="connsiteX160" fmla="*/ 7389547 w 12191999"/>
                <a:gd name="connsiteY160" fmla="*/ 6009911 h 6858000"/>
                <a:gd name="connsiteX161" fmla="*/ 7457809 w 12191999"/>
                <a:gd name="connsiteY161" fmla="*/ 6006736 h 6858000"/>
                <a:gd name="connsiteX162" fmla="*/ 7526072 w 12191999"/>
                <a:gd name="connsiteY162" fmla="*/ 6009911 h 6858000"/>
                <a:gd name="connsiteX163" fmla="*/ 7586397 w 12191999"/>
                <a:gd name="connsiteY163" fmla="*/ 6016261 h 6858000"/>
                <a:gd name="connsiteX164" fmla="*/ 7638784 w 12191999"/>
                <a:gd name="connsiteY164" fmla="*/ 6027373 h 6858000"/>
                <a:gd name="connsiteX165" fmla="*/ 7684822 w 12191999"/>
                <a:gd name="connsiteY165" fmla="*/ 6043248 h 6858000"/>
                <a:gd name="connsiteX166" fmla="*/ 7726097 w 12191999"/>
                <a:gd name="connsiteY166" fmla="*/ 6059123 h 6858000"/>
                <a:gd name="connsiteX167" fmla="*/ 7762609 w 12191999"/>
                <a:gd name="connsiteY167" fmla="*/ 6074998 h 6858000"/>
                <a:gd name="connsiteX168" fmla="*/ 7800709 w 12191999"/>
                <a:gd name="connsiteY168" fmla="*/ 6094048 h 6858000"/>
                <a:gd name="connsiteX169" fmla="*/ 7838809 w 12191999"/>
                <a:gd name="connsiteY169" fmla="*/ 6113098 h 6858000"/>
                <a:gd name="connsiteX170" fmla="*/ 7875322 w 12191999"/>
                <a:gd name="connsiteY170" fmla="*/ 6132148 h 6858000"/>
                <a:gd name="connsiteX171" fmla="*/ 7916597 w 12191999"/>
                <a:gd name="connsiteY171" fmla="*/ 6148023 h 6858000"/>
                <a:gd name="connsiteX172" fmla="*/ 7962634 w 12191999"/>
                <a:gd name="connsiteY172" fmla="*/ 6162311 h 6858000"/>
                <a:gd name="connsiteX173" fmla="*/ 8015022 w 12191999"/>
                <a:gd name="connsiteY173" fmla="*/ 6173423 h 6858000"/>
                <a:gd name="connsiteX174" fmla="*/ 8075347 w 12191999"/>
                <a:gd name="connsiteY174" fmla="*/ 6181361 h 6858000"/>
                <a:gd name="connsiteX175" fmla="*/ 8143609 w 12191999"/>
                <a:gd name="connsiteY175" fmla="*/ 6182948 h 6858000"/>
                <a:gd name="connsiteX176" fmla="*/ 8211872 w 12191999"/>
                <a:gd name="connsiteY176" fmla="*/ 6181361 h 6858000"/>
                <a:gd name="connsiteX177" fmla="*/ 8272197 w 12191999"/>
                <a:gd name="connsiteY177" fmla="*/ 6173423 h 6858000"/>
                <a:gd name="connsiteX178" fmla="*/ 8324584 w 12191999"/>
                <a:gd name="connsiteY178" fmla="*/ 6162311 h 6858000"/>
                <a:gd name="connsiteX179" fmla="*/ 8370622 w 12191999"/>
                <a:gd name="connsiteY179" fmla="*/ 6148023 h 6858000"/>
                <a:gd name="connsiteX180" fmla="*/ 8411897 w 12191999"/>
                <a:gd name="connsiteY180" fmla="*/ 6132148 h 6858000"/>
                <a:gd name="connsiteX181" fmla="*/ 8448409 w 12191999"/>
                <a:gd name="connsiteY181" fmla="*/ 6113098 h 6858000"/>
                <a:gd name="connsiteX182" fmla="*/ 8486509 w 12191999"/>
                <a:gd name="connsiteY182" fmla="*/ 6094048 h 6858000"/>
                <a:gd name="connsiteX183" fmla="*/ 8524609 w 12191999"/>
                <a:gd name="connsiteY183" fmla="*/ 6074998 h 6858000"/>
                <a:gd name="connsiteX184" fmla="*/ 8561121 w 12191999"/>
                <a:gd name="connsiteY184" fmla="*/ 6059123 h 6858000"/>
                <a:gd name="connsiteX185" fmla="*/ 8602397 w 12191999"/>
                <a:gd name="connsiteY185" fmla="*/ 6043248 h 6858000"/>
                <a:gd name="connsiteX186" fmla="*/ 8648433 w 12191999"/>
                <a:gd name="connsiteY186" fmla="*/ 6027373 h 6858000"/>
                <a:gd name="connsiteX187" fmla="*/ 8700821 w 12191999"/>
                <a:gd name="connsiteY187" fmla="*/ 6016261 h 6858000"/>
                <a:gd name="connsiteX188" fmla="*/ 8761147 w 12191999"/>
                <a:gd name="connsiteY188" fmla="*/ 6009911 h 6858000"/>
                <a:gd name="connsiteX189" fmla="*/ 8827821 w 12191999"/>
                <a:gd name="connsiteY189" fmla="*/ 6006736 h 6858000"/>
                <a:gd name="connsiteX190" fmla="*/ 8897671 w 12191999"/>
                <a:gd name="connsiteY190" fmla="*/ 6009911 h 6858000"/>
                <a:gd name="connsiteX191" fmla="*/ 8957997 w 12191999"/>
                <a:gd name="connsiteY191" fmla="*/ 6016261 h 6858000"/>
                <a:gd name="connsiteX192" fmla="*/ 9010383 w 12191999"/>
                <a:gd name="connsiteY192" fmla="*/ 6027373 h 6858000"/>
                <a:gd name="connsiteX193" fmla="*/ 9056421 w 12191999"/>
                <a:gd name="connsiteY193" fmla="*/ 6043248 h 6858000"/>
                <a:gd name="connsiteX194" fmla="*/ 9097697 w 12191999"/>
                <a:gd name="connsiteY194" fmla="*/ 6059123 h 6858000"/>
                <a:gd name="connsiteX195" fmla="*/ 9134209 w 12191999"/>
                <a:gd name="connsiteY195" fmla="*/ 6074998 h 6858000"/>
                <a:gd name="connsiteX196" fmla="*/ 9172309 w 12191999"/>
                <a:gd name="connsiteY196" fmla="*/ 6094048 h 6858000"/>
                <a:gd name="connsiteX197" fmla="*/ 9210409 w 12191999"/>
                <a:gd name="connsiteY197" fmla="*/ 6113098 h 6858000"/>
                <a:gd name="connsiteX198" fmla="*/ 9246921 w 12191999"/>
                <a:gd name="connsiteY198" fmla="*/ 6132148 h 6858000"/>
                <a:gd name="connsiteX199" fmla="*/ 9288197 w 12191999"/>
                <a:gd name="connsiteY199" fmla="*/ 6148023 h 6858000"/>
                <a:gd name="connsiteX200" fmla="*/ 9334233 w 12191999"/>
                <a:gd name="connsiteY200" fmla="*/ 6162311 h 6858000"/>
                <a:gd name="connsiteX201" fmla="*/ 9386621 w 12191999"/>
                <a:gd name="connsiteY201" fmla="*/ 6173423 h 6858000"/>
                <a:gd name="connsiteX202" fmla="*/ 9446947 w 12191999"/>
                <a:gd name="connsiteY202" fmla="*/ 6181361 h 6858000"/>
                <a:gd name="connsiteX203" fmla="*/ 9515209 w 12191999"/>
                <a:gd name="connsiteY203" fmla="*/ 6182948 h 6858000"/>
                <a:gd name="connsiteX204" fmla="*/ 9583471 w 12191999"/>
                <a:gd name="connsiteY204" fmla="*/ 6181361 h 6858000"/>
                <a:gd name="connsiteX205" fmla="*/ 9643797 w 12191999"/>
                <a:gd name="connsiteY205" fmla="*/ 6173423 h 6858000"/>
                <a:gd name="connsiteX206" fmla="*/ 9696183 w 12191999"/>
                <a:gd name="connsiteY206" fmla="*/ 6162311 h 6858000"/>
                <a:gd name="connsiteX207" fmla="*/ 9742221 w 12191999"/>
                <a:gd name="connsiteY207" fmla="*/ 6148023 h 6858000"/>
                <a:gd name="connsiteX208" fmla="*/ 9783497 w 12191999"/>
                <a:gd name="connsiteY208" fmla="*/ 6132148 h 6858000"/>
                <a:gd name="connsiteX209" fmla="*/ 9820009 w 12191999"/>
                <a:gd name="connsiteY209" fmla="*/ 6113098 h 6858000"/>
                <a:gd name="connsiteX210" fmla="*/ 9896209 w 12191999"/>
                <a:gd name="connsiteY210" fmla="*/ 6074998 h 6858000"/>
                <a:gd name="connsiteX211" fmla="*/ 9932721 w 12191999"/>
                <a:gd name="connsiteY211" fmla="*/ 6059123 h 6858000"/>
                <a:gd name="connsiteX212" fmla="*/ 9973997 w 12191999"/>
                <a:gd name="connsiteY212" fmla="*/ 6043248 h 6858000"/>
                <a:gd name="connsiteX213" fmla="*/ 10020033 w 12191999"/>
                <a:gd name="connsiteY213" fmla="*/ 6027373 h 6858000"/>
                <a:gd name="connsiteX214" fmla="*/ 10072421 w 12191999"/>
                <a:gd name="connsiteY214" fmla="*/ 6016261 h 6858000"/>
                <a:gd name="connsiteX215" fmla="*/ 10132747 w 12191999"/>
                <a:gd name="connsiteY215" fmla="*/ 6009911 h 6858000"/>
                <a:gd name="connsiteX216" fmla="*/ 10201009 w 12191999"/>
                <a:gd name="connsiteY216" fmla="*/ 6006736 h 6858000"/>
                <a:gd name="connsiteX217" fmla="*/ 10269271 w 12191999"/>
                <a:gd name="connsiteY217" fmla="*/ 6009911 h 6858000"/>
                <a:gd name="connsiteX218" fmla="*/ 10329597 w 12191999"/>
                <a:gd name="connsiteY218" fmla="*/ 6016261 h 6858000"/>
                <a:gd name="connsiteX219" fmla="*/ 10381983 w 12191999"/>
                <a:gd name="connsiteY219" fmla="*/ 6027373 h 6858000"/>
                <a:gd name="connsiteX220" fmla="*/ 10428021 w 12191999"/>
                <a:gd name="connsiteY220" fmla="*/ 6043248 h 6858000"/>
                <a:gd name="connsiteX221" fmla="*/ 10469297 w 12191999"/>
                <a:gd name="connsiteY221" fmla="*/ 6059123 h 6858000"/>
                <a:gd name="connsiteX222" fmla="*/ 10505809 w 12191999"/>
                <a:gd name="connsiteY222" fmla="*/ 6074998 h 6858000"/>
                <a:gd name="connsiteX223" fmla="*/ 10543909 w 12191999"/>
                <a:gd name="connsiteY223" fmla="*/ 6094048 h 6858000"/>
                <a:gd name="connsiteX224" fmla="*/ 10582009 w 12191999"/>
                <a:gd name="connsiteY224" fmla="*/ 6113098 h 6858000"/>
                <a:gd name="connsiteX225" fmla="*/ 10618521 w 12191999"/>
                <a:gd name="connsiteY225" fmla="*/ 6132148 h 6858000"/>
                <a:gd name="connsiteX226" fmla="*/ 10659797 w 12191999"/>
                <a:gd name="connsiteY226" fmla="*/ 6148023 h 6858000"/>
                <a:gd name="connsiteX227" fmla="*/ 10705833 w 12191999"/>
                <a:gd name="connsiteY227" fmla="*/ 6162311 h 6858000"/>
                <a:gd name="connsiteX228" fmla="*/ 10758221 w 12191999"/>
                <a:gd name="connsiteY228" fmla="*/ 6173423 h 6858000"/>
                <a:gd name="connsiteX229" fmla="*/ 10818547 w 12191999"/>
                <a:gd name="connsiteY229" fmla="*/ 6181361 h 6858000"/>
                <a:gd name="connsiteX230" fmla="*/ 10886809 w 12191999"/>
                <a:gd name="connsiteY230" fmla="*/ 6182948 h 6858000"/>
                <a:gd name="connsiteX231" fmla="*/ 10955071 w 12191999"/>
                <a:gd name="connsiteY231" fmla="*/ 6181361 h 6858000"/>
                <a:gd name="connsiteX232" fmla="*/ 11015397 w 12191999"/>
                <a:gd name="connsiteY232" fmla="*/ 6173423 h 6858000"/>
                <a:gd name="connsiteX233" fmla="*/ 11067783 w 12191999"/>
                <a:gd name="connsiteY233" fmla="*/ 6162311 h 6858000"/>
                <a:gd name="connsiteX234" fmla="*/ 11113821 w 12191999"/>
                <a:gd name="connsiteY234" fmla="*/ 6148023 h 6858000"/>
                <a:gd name="connsiteX235" fmla="*/ 11155097 w 12191999"/>
                <a:gd name="connsiteY235" fmla="*/ 6132148 h 6858000"/>
                <a:gd name="connsiteX236" fmla="*/ 11191609 w 12191999"/>
                <a:gd name="connsiteY236" fmla="*/ 6113098 h 6858000"/>
                <a:gd name="connsiteX237" fmla="*/ 11229709 w 12191999"/>
                <a:gd name="connsiteY237" fmla="*/ 6094048 h 6858000"/>
                <a:gd name="connsiteX238" fmla="*/ 11267809 w 12191999"/>
                <a:gd name="connsiteY238" fmla="*/ 6074998 h 6858000"/>
                <a:gd name="connsiteX239" fmla="*/ 11304321 w 12191999"/>
                <a:gd name="connsiteY239" fmla="*/ 6059123 h 6858000"/>
                <a:gd name="connsiteX240" fmla="*/ 11345597 w 12191999"/>
                <a:gd name="connsiteY240" fmla="*/ 6043248 h 6858000"/>
                <a:gd name="connsiteX241" fmla="*/ 11391633 w 12191999"/>
                <a:gd name="connsiteY241" fmla="*/ 6027373 h 6858000"/>
                <a:gd name="connsiteX242" fmla="*/ 11444021 w 12191999"/>
                <a:gd name="connsiteY242" fmla="*/ 6016261 h 6858000"/>
                <a:gd name="connsiteX243" fmla="*/ 11504347 w 12191999"/>
                <a:gd name="connsiteY243" fmla="*/ 6009911 h 6858000"/>
                <a:gd name="connsiteX244" fmla="*/ 11572609 w 12191999"/>
                <a:gd name="connsiteY244" fmla="*/ 6006736 h 6858000"/>
                <a:gd name="connsiteX245" fmla="*/ 11640871 w 12191999"/>
                <a:gd name="connsiteY245" fmla="*/ 6009911 h 6858000"/>
                <a:gd name="connsiteX246" fmla="*/ 11701197 w 12191999"/>
                <a:gd name="connsiteY246" fmla="*/ 6016261 h 6858000"/>
                <a:gd name="connsiteX247" fmla="*/ 11753583 w 12191999"/>
                <a:gd name="connsiteY247" fmla="*/ 6027373 h 6858000"/>
                <a:gd name="connsiteX248" fmla="*/ 11799621 w 12191999"/>
                <a:gd name="connsiteY248" fmla="*/ 6043248 h 6858000"/>
                <a:gd name="connsiteX249" fmla="*/ 11840897 w 12191999"/>
                <a:gd name="connsiteY249" fmla="*/ 6059123 h 6858000"/>
                <a:gd name="connsiteX250" fmla="*/ 11877409 w 12191999"/>
                <a:gd name="connsiteY250" fmla="*/ 6074998 h 6858000"/>
                <a:gd name="connsiteX251" fmla="*/ 11915509 w 12191999"/>
                <a:gd name="connsiteY251" fmla="*/ 6094048 h 6858000"/>
                <a:gd name="connsiteX252" fmla="*/ 11953609 w 12191999"/>
                <a:gd name="connsiteY252" fmla="*/ 6113098 h 6858000"/>
                <a:gd name="connsiteX253" fmla="*/ 11990121 w 12191999"/>
                <a:gd name="connsiteY253" fmla="*/ 6132148 h 6858000"/>
                <a:gd name="connsiteX254" fmla="*/ 12031397 w 12191999"/>
                <a:gd name="connsiteY254" fmla="*/ 6148023 h 6858000"/>
                <a:gd name="connsiteX255" fmla="*/ 12077433 w 12191999"/>
                <a:gd name="connsiteY255" fmla="*/ 6162311 h 6858000"/>
                <a:gd name="connsiteX256" fmla="*/ 12129821 w 12191999"/>
                <a:gd name="connsiteY256" fmla="*/ 6173424 h 6858000"/>
                <a:gd name="connsiteX257" fmla="*/ 12190147 w 12191999"/>
                <a:gd name="connsiteY257" fmla="*/ 6181361 h 6858000"/>
                <a:gd name="connsiteX258" fmla="*/ 12191997 w 12191999"/>
                <a:gd name="connsiteY258" fmla="*/ 6181404 h 6858000"/>
                <a:gd name="connsiteX259" fmla="*/ 12191997 w 12191999"/>
                <a:gd name="connsiteY259" fmla="*/ 6858000 h 6858000"/>
                <a:gd name="connsiteX260" fmla="*/ 1 w 12191999"/>
                <a:gd name="connsiteY260" fmla="*/ 6858000 h 6858000"/>
                <a:gd name="connsiteX261" fmla="*/ 1 w 12191999"/>
                <a:gd name="connsiteY261" fmla="*/ 6551875 h 6858000"/>
                <a:gd name="connsiteX262" fmla="*/ 0 w 12191999"/>
                <a:gd name="connsiteY262" fmla="*/ 65518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Lst>
              <a:rect l="l" t="t" r="r" b="b"/>
              <a:pathLst>
                <a:path w="12191999" h="6858000">
                  <a:moveTo>
                    <a:pt x="12191997" y="0"/>
                  </a:moveTo>
                  <a:lnTo>
                    <a:pt x="12191999" y="0"/>
                  </a:lnTo>
                  <a:lnTo>
                    <a:pt x="12191999" y="6181404"/>
                  </a:lnTo>
                  <a:lnTo>
                    <a:pt x="12191997" y="6181404"/>
                  </a:lnTo>
                  <a:close/>
                  <a:moveTo>
                    <a:pt x="0" y="0"/>
                  </a:moveTo>
                  <a:lnTo>
                    <a:pt x="1" y="0"/>
                  </a:lnTo>
                  <a:lnTo>
                    <a:pt x="1" y="6181404"/>
                  </a:lnTo>
                  <a:lnTo>
                    <a:pt x="1853" y="6181361"/>
                  </a:lnTo>
                  <a:lnTo>
                    <a:pt x="62178" y="6173423"/>
                  </a:lnTo>
                  <a:lnTo>
                    <a:pt x="114565" y="6162311"/>
                  </a:lnTo>
                  <a:lnTo>
                    <a:pt x="160603" y="6148023"/>
                  </a:lnTo>
                  <a:lnTo>
                    <a:pt x="201878" y="6132148"/>
                  </a:lnTo>
                  <a:lnTo>
                    <a:pt x="238390" y="6113098"/>
                  </a:lnTo>
                  <a:lnTo>
                    <a:pt x="276490" y="6094048"/>
                  </a:lnTo>
                  <a:lnTo>
                    <a:pt x="314590" y="6074998"/>
                  </a:lnTo>
                  <a:lnTo>
                    <a:pt x="351103" y="6059123"/>
                  </a:lnTo>
                  <a:lnTo>
                    <a:pt x="392378" y="6043248"/>
                  </a:lnTo>
                  <a:lnTo>
                    <a:pt x="438415" y="6027373"/>
                  </a:lnTo>
                  <a:lnTo>
                    <a:pt x="490803" y="6016261"/>
                  </a:lnTo>
                  <a:lnTo>
                    <a:pt x="551128" y="6009911"/>
                  </a:lnTo>
                  <a:lnTo>
                    <a:pt x="619390" y="6006736"/>
                  </a:lnTo>
                  <a:lnTo>
                    <a:pt x="687653" y="6009911"/>
                  </a:lnTo>
                  <a:lnTo>
                    <a:pt x="747978" y="6016261"/>
                  </a:lnTo>
                  <a:lnTo>
                    <a:pt x="800365" y="6027373"/>
                  </a:lnTo>
                  <a:lnTo>
                    <a:pt x="846403" y="6043248"/>
                  </a:lnTo>
                  <a:lnTo>
                    <a:pt x="887678" y="6059123"/>
                  </a:lnTo>
                  <a:lnTo>
                    <a:pt x="924190" y="6074998"/>
                  </a:lnTo>
                  <a:lnTo>
                    <a:pt x="962290" y="6094048"/>
                  </a:lnTo>
                  <a:lnTo>
                    <a:pt x="1000390" y="6113098"/>
                  </a:lnTo>
                  <a:lnTo>
                    <a:pt x="1036903" y="6132148"/>
                  </a:lnTo>
                  <a:lnTo>
                    <a:pt x="1078178" y="6148023"/>
                  </a:lnTo>
                  <a:lnTo>
                    <a:pt x="1124215" y="6162311"/>
                  </a:lnTo>
                  <a:lnTo>
                    <a:pt x="1176603" y="6173423"/>
                  </a:lnTo>
                  <a:lnTo>
                    <a:pt x="1236928" y="6181361"/>
                  </a:lnTo>
                  <a:lnTo>
                    <a:pt x="1305190" y="6182948"/>
                  </a:lnTo>
                  <a:lnTo>
                    <a:pt x="1373453" y="6181361"/>
                  </a:lnTo>
                  <a:lnTo>
                    <a:pt x="1433778" y="6173423"/>
                  </a:lnTo>
                  <a:lnTo>
                    <a:pt x="1486165" y="6162311"/>
                  </a:lnTo>
                  <a:lnTo>
                    <a:pt x="1532203" y="6148023"/>
                  </a:lnTo>
                  <a:lnTo>
                    <a:pt x="1573478" y="6132148"/>
                  </a:lnTo>
                  <a:lnTo>
                    <a:pt x="1609990" y="6113098"/>
                  </a:lnTo>
                  <a:lnTo>
                    <a:pt x="1648090" y="6094048"/>
                  </a:lnTo>
                  <a:lnTo>
                    <a:pt x="1686190" y="6074998"/>
                  </a:lnTo>
                  <a:lnTo>
                    <a:pt x="1722703" y="6059123"/>
                  </a:lnTo>
                  <a:lnTo>
                    <a:pt x="1763978" y="6043248"/>
                  </a:lnTo>
                  <a:lnTo>
                    <a:pt x="1810015" y="6027373"/>
                  </a:lnTo>
                  <a:lnTo>
                    <a:pt x="1862403" y="6016261"/>
                  </a:lnTo>
                  <a:lnTo>
                    <a:pt x="1922728" y="6009911"/>
                  </a:lnTo>
                  <a:lnTo>
                    <a:pt x="1990990" y="6006736"/>
                  </a:lnTo>
                  <a:lnTo>
                    <a:pt x="2059253" y="6009911"/>
                  </a:lnTo>
                  <a:lnTo>
                    <a:pt x="2119578" y="6016261"/>
                  </a:lnTo>
                  <a:lnTo>
                    <a:pt x="2171965" y="6027373"/>
                  </a:lnTo>
                  <a:lnTo>
                    <a:pt x="2218003" y="6043248"/>
                  </a:lnTo>
                  <a:lnTo>
                    <a:pt x="2259278" y="6059123"/>
                  </a:lnTo>
                  <a:lnTo>
                    <a:pt x="2295790" y="6074998"/>
                  </a:lnTo>
                  <a:lnTo>
                    <a:pt x="2333890" y="6094048"/>
                  </a:lnTo>
                  <a:lnTo>
                    <a:pt x="2371990" y="6113098"/>
                  </a:lnTo>
                  <a:lnTo>
                    <a:pt x="2408503" y="6132148"/>
                  </a:lnTo>
                  <a:lnTo>
                    <a:pt x="2449778" y="6148023"/>
                  </a:lnTo>
                  <a:lnTo>
                    <a:pt x="2495815" y="6162311"/>
                  </a:lnTo>
                  <a:lnTo>
                    <a:pt x="2548203" y="6173423"/>
                  </a:lnTo>
                  <a:lnTo>
                    <a:pt x="2608528" y="6181361"/>
                  </a:lnTo>
                  <a:lnTo>
                    <a:pt x="2676790" y="6182948"/>
                  </a:lnTo>
                  <a:lnTo>
                    <a:pt x="2745053" y="6181361"/>
                  </a:lnTo>
                  <a:lnTo>
                    <a:pt x="2805378" y="6173423"/>
                  </a:lnTo>
                  <a:lnTo>
                    <a:pt x="2857765" y="6162311"/>
                  </a:lnTo>
                  <a:lnTo>
                    <a:pt x="2903803" y="6148023"/>
                  </a:lnTo>
                  <a:lnTo>
                    <a:pt x="2945078" y="6132148"/>
                  </a:lnTo>
                  <a:lnTo>
                    <a:pt x="2981590" y="6113098"/>
                  </a:lnTo>
                  <a:lnTo>
                    <a:pt x="3019690" y="6094048"/>
                  </a:lnTo>
                  <a:lnTo>
                    <a:pt x="3057790" y="6074998"/>
                  </a:lnTo>
                  <a:lnTo>
                    <a:pt x="3094303" y="6059123"/>
                  </a:lnTo>
                  <a:lnTo>
                    <a:pt x="3135578" y="6043248"/>
                  </a:lnTo>
                  <a:lnTo>
                    <a:pt x="3181615" y="6027373"/>
                  </a:lnTo>
                  <a:lnTo>
                    <a:pt x="3234003" y="6016261"/>
                  </a:lnTo>
                  <a:lnTo>
                    <a:pt x="3294328" y="6009911"/>
                  </a:lnTo>
                  <a:lnTo>
                    <a:pt x="3361003" y="6006736"/>
                  </a:lnTo>
                  <a:lnTo>
                    <a:pt x="3430853" y="6009911"/>
                  </a:lnTo>
                  <a:lnTo>
                    <a:pt x="3491178" y="6016261"/>
                  </a:lnTo>
                  <a:lnTo>
                    <a:pt x="3543565" y="6027373"/>
                  </a:lnTo>
                  <a:lnTo>
                    <a:pt x="3589603" y="6043248"/>
                  </a:lnTo>
                  <a:lnTo>
                    <a:pt x="3630878" y="6059123"/>
                  </a:lnTo>
                  <a:lnTo>
                    <a:pt x="3667390" y="6074998"/>
                  </a:lnTo>
                  <a:lnTo>
                    <a:pt x="3705490" y="6094048"/>
                  </a:lnTo>
                  <a:lnTo>
                    <a:pt x="3743590" y="6113098"/>
                  </a:lnTo>
                  <a:lnTo>
                    <a:pt x="3780103" y="6132148"/>
                  </a:lnTo>
                  <a:lnTo>
                    <a:pt x="3821378" y="6148023"/>
                  </a:lnTo>
                  <a:lnTo>
                    <a:pt x="3867415" y="6162311"/>
                  </a:lnTo>
                  <a:lnTo>
                    <a:pt x="3919803" y="6173423"/>
                  </a:lnTo>
                  <a:lnTo>
                    <a:pt x="3980128" y="6181361"/>
                  </a:lnTo>
                  <a:lnTo>
                    <a:pt x="4048390" y="6182948"/>
                  </a:lnTo>
                  <a:lnTo>
                    <a:pt x="4116653" y="6181361"/>
                  </a:lnTo>
                  <a:lnTo>
                    <a:pt x="4176978" y="6173423"/>
                  </a:lnTo>
                  <a:lnTo>
                    <a:pt x="4229365" y="6162311"/>
                  </a:lnTo>
                  <a:lnTo>
                    <a:pt x="4275403" y="6148023"/>
                  </a:lnTo>
                  <a:lnTo>
                    <a:pt x="4316678" y="6132148"/>
                  </a:lnTo>
                  <a:lnTo>
                    <a:pt x="4353190" y="6113098"/>
                  </a:lnTo>
                  <a:lnTo>
                    <a:pt x="4429390" y="6074998"/>
                  </a:lnTo>
                  <a:lnTo>
                    <a:pt x="4465903" y="6059123"/>
                  </a:lnTo>
                  <a:lnTo>
                    <a:pt x="4507178" y="6043248"/>
                  </a:lnTo>
                  <a:lnTo>
                    <a:pt x="4553217" y="6027373"/>
                  </a:lnTo>
                  <a:lnTo>
                    <a:pt x="4605603" y="6016261"/>
                  </a:lnTo>
                  <a:lnTo>
                    <a:pt x="4665929" y="6009911"/>
                  </a:lnTo>
                  <a:lnTo>
                    <a:pt x="4734190" y="6006736"/>
                  </a:lnTo>
                  <a:lnTo>
                    <a:pt x="4802454" y="6009911"/>
                  </a:lnTo>
                  <a:lnTo>
                    <a:pt x="4862778" y="6016261"/>
                  </a:lnTo>
                  <a:lnTo>
                    <a:pt x="4915166" y="6027373"/>
                  </a:lnTo>
                  <a:lnTo>
                    <a:pt x="4961203" y="6043248"/>
                  </a:lnTo>
                  <a:lnTo>
                    <a:pt x="5002479" y="6059123"/>
                  </a:lnTo>
                  <a:lnTo>
                    <a:pt x="5038990" y="6074998"/>
                  </a:lnTo>
                  <a:lnTo>
                    <a:pt x="5077092" y="6094048"/>
                  </a:lnTo>
                  <a:lnTo>
                    <a:pt x="5115191" y="6113098"/>
                  </a:lnTo>
                  <a:lnTo>
                    <a:pt x="5151703" y="6132148"/>
                  </a:lnTo>
                  <a:lnTo>
                    <a:pt x="5192979" y="6148023"/>
                  </a:lnTo>
                  <a:lnTo>
                    <a:pt x="5239015" y="6162311"/>
                  </a:lnTo>
                  <a:lnTo>
                    <a:pt x="5291402" y="6173423"/>
                  </a:lnTo>
                  <a:lnTo>
                    <a:pt x="5351728" y="6181361"/>
                  </a:lnTo>
                  <a:lnTo>
                    <a:pt x="5410200" y="6182721"/>
                  </a:lnTo>
                  <a:lnTo>
                    <a:pt x="5468672" y="6181361"/>
                  </a:lnTo>
                  <a:lnTo>
                    <a:pt x="5528997" y="6173423"/>
                  </a:lnTo>
                  <a:lnTo>
                    <a:pt x="5581384" y="6162311"/>
                  </a:lnTo>
                  <a:lnTo>
                    <a:pt x="5627422" y="6148023"/>
                  </a:lnTo>
                  <a:lnTo>
                    <a:pt x="5668697" y="6132148"/>
                  </a:lnTo>
                  <a:lnTo>
                    <a:pt x="5705211" y="6113098"/>
                  </a:lnTo>
                  <a:lnTo>
                    <a:pt x="5743309" y="6094048"/>
                  </a:lnTo>
                  <a:lnTo>
                    <a:pt x="5781409" y="6074998"/>
                  </a:lnTo>
                  <a:lnTo>
                    <a:pt x="5817922" y="6059123"/>
                  </a:lnTo>
                  <a:lnTo>
                    <a:pt x="5859197" y="6043248"/>
                  </a:lnTo>
                  <a:lnTo>
                    <a:pt x="5905235" y="6027373"/>
                  </a:lnTo>
                  <a:lnTo>
                    <a:pt x="5957622" y="6016261"/>
                  </a:lnTo>
                  <a:lnTo>
                    <a:pt x="6017949" y="6009911"/>
                  </a:lnTo>
                  <a:lnTo>
                    <a:pt x="6086211" y="6006736"/>
                  </a:lnTo>
                  <a:lnTo>
                    <a:pt x="6096000" y="6007191"/>
                  </a:lnTo>
                  <a:lnTo>
                    <a:pt x="6105790" y="6006736"/>
                  </a:lnTo>
                  <a:lnTo>
                    <a:pt x="6174053" y="6009911"/>
                  </a:lnTo>
                  <a:lnTo>
                    <a:pt x="6234378" y="6016261"/>
                  </a:lnTo>
                  <a:lnTo>
                    <a:pt x="6286765" y="6027373"/>
                  </a:lnTo>
                  <a:lnTo>
                    <a:pt x="6332803" y="6043248"/>
                  </a:lnTo>
                  <a:lnTo>
                    <a:pt x="6374078" y="6059123"/>
                  </a:lnTo>
                  <a:lnTo>
                    <a:pt x="6410590" y="6074998"/>
                  </a:lnTo>
                  <a:lnTo>
                    <a:pt x="6448690" y="6094048"/>
                  </a:lnTo>
                  <a:lnTo>
                    <a:pt x="6486790" y="6113098"/>
                  </a:lnTo>
                  <a:lnTo>
                    <a:pt x="6523303" y="6132148"/>
                  </a:lnTo>
                  <a:lnTo>
                    <a:pt x="6564578" y="6148023"/>
                  </a:lnTo>
                  <a:lnTo>
                    <a:pt x="6610615" y="6162311"/>
                  </a:lnTo>
                  <a:lnTo>
                    <a:pt x="6663003" y="6173423"/>
                  </a:lnTo>
                  <a:lnTo>
                    <a:pt x="6723328" y="6181361"/>
                  </a:lnTo>
                  <a:lnTo>
                    <a:pt x="6781800" y="6182721"/>
                  </a:lnTo>
                  <a:lnTo>
                    <a:pt x="6840272" y="6181361"/>
                  </a:lnTo>
                  <a:lnTo>
                    <a:pt x="6900597" y="6173423"/>
                  </a:lnTo>
                  <a:lnTo>
                    <a:pt x="6952984" y="6162311"/>
                  </a:lnTo>
                  <a:lnTo>
                    <a:pt x="6999022" y="6148023"/>
                  </a:lnTo>
                  <a:lnTo>
                    <a:pt x="7040297" y="6132148"/>
                  </a:lnTo>
                  <a:lnTo>
                    <a:pt x="7076809" y="6113098"/>
                  </a:lnTo>
                  <a:lnTo>
                    <a:pt x="7114909" y="6094048"/>
                  </a:lnTo>
                  <a:lnTo>
                    <a:pt x="7153009" y="6074998"/>
                  </a:lnTo>
                  <a:lnTo>
                    <a:pt x="7189522" y="6059123"/>
                  </a:lnTo>
                  <a:lnTo>
                    <a:pt x="7230797" y="6043248"/>
                  </a:lnTo>
                  <a:lnTo>
                    <a:pt x="7276834" y="6027373"/>
                  </a:lnTo>
                  <a:lnTo>
                    <a:pt x="7329222" y="6016261"/>
                  </a:lnTo>
                  <a:lnTo>
                    <a:pt x="7389547" y="6009911"/>
                  </a:lnTo>
                  <a:lnTo>
                    <a:pt x="7457809" y="6006736"/>
                  </a:lnTo>
                  <a:lnTo>
                    <a:pt x="7526072" y="6009911"/>
                  </a:lnTo>
                  <a:lnTo>
                    <a:pt x="7586397" y="6016261"/>
                  </a:lnTo>
                  <a:lnTo>
                    <a:pt x="7638784" y="6027373"/>
                  </a:lnTo>
                  <a:lnTo>
                    <a:pt x="7684822" y="6043248"/>
                  </a:lnTo>
                  <a:lnTo>
                    <a:pt x="7726097" y="6059123"/>
                  </a:lnTo>
                  <a:lnTo>
                    <a:pt x="7762609" y="6074998"/>
                  </a:lnTo>
                  <a:lnTo>
                    <a:pt x="7800709" y="6094048"/>
                  </a:lnTo>
                  <a:lnTo>
                    <a:pt x="7838809" y="6113098"/>
                  </a:lnTo>
                  <a:lnTo>
                    <a:pt x="7875322" y="6132148"/>
                  </a:lnTo>
                  <a:lnTo>
                    <a:pt x="7916597" y="6148023"/>
                  </a:lnTo>
                  <a:lnTo>
                    <a:pt x="7962634" y="6162311"/>
                  </a:lnTo>
                  <a:lnTo>
                    <a:pt x="8015022" y="6173423"/>
                  </a:lnTo>
                  <a:lnTo>
                    <a:pt x="8075347" y="6181361"/>
                  </a:lnTo>
                  <a:lnTo>
                    <a:pt x="8143609" y="6182948"/>
                  </a:lnTo>
                  <a:lnTo>
                    <a:pt x="8211872" y="6181361"/>
                  </a:lnTo>
                  <a:lnTo>
                    <a:pt x="8272197" y="6173423"/>
                  </a:lnTo>
                  <a:lnTo>
                    <a:pt x="8324584" y="6162311"/>
                  </a:lnTo>
                  <a:lnTo>
                    <a:pt x="8370622" y="6148023"/>
                  </a:lnTo>
                  <a:lnTo>
                    <a:pt x="8411897" y="6132148"/>
                  </a:lnTo>
                  <a:lnTo>
                    <a:pt x="8448409" y="6113098"/>
                  </a:lnTo>
                  <a:lnTo>
                    <a:pt x="8486509" y="6094048"/>
                  </a:lnTo>
                  <a:lnTo>
                    <a:pt x="8524609" y="6074998"/>
                  </a:lnTo>
                  <a:lnTo>
                    <a:pt x="8561121" y="6059123"/>
                  </a:lnTo>
                  <a:lnTo>
                    <a:pt x="8602397" y="6043248"/>
                  </a:lnTo>
                  <a:lnTo>
                    <a:pt x="8648433" y="6027373"/>
                  </a:lnTo>
                  <a:lnTo>
                    <a:pt x="8700821" y="6016261"/>
                  </a:lnTo>
                  <a:lnTo>
                    <a:pt x="8761147" y="6009911"/>
                  </a:lnTo>
                  <a:lnTo>
                    <a:pt x="8827821" y="6006736"/>
                  </a:lnTo>
                  <a:lnTo>
                    <a:pt x="8897671" y="6009911"/>
                  </a:lnTo>
                  <a:lnTo>
                    <a:pt x="8957997" y="6016261"/>
                  </a:lnTo>
                  <a:lnTo>
                    <a:pt x="9010383" y="6027373"/>
                  </a:lnTo>
                  <a:lnTo>
                    <a:pt x="9056421" y="6043248"/>
                  </a:lnTo>
                  <a:lnTo>
                    <a:pt x="9097697" y="6059123"/>
                  </a:lnTo>
                  <a:lnTo>
                    <a:pt x="9134209" y="6074998"/>
                  </a:lnTo>
                  <a:lnTo>
                    <a:pt x="9172309" y="6094048"/>
                  </a:lnTo>
                  <a:lnTo>
                    <a:pt x="9210409" y="6113098"/>
                  </a:lnTo>
                  <a:lnTo>
                    <a:pt x="9246921" y="6132148"/>
                  </a:lnTo>
                  <a:lnTo>
                    <a:pt x="9288197" y="6148023"/>
                  </a:lnTo>
                  <a:lnTo>
                    <a:pt x="9334233" y="6162311"/>
                  </a:lnTo>
                  <a:lnTo>
                    <a:pt x="9386621" y="6173423"/>
                  </a:lnTo>
                  <a:lnTo>
                    <a:pt x="9446947" y="6181361"/>
                  </a:lnTo>
                  <a:lnTo>
                    <a:pt x="9515209" y="6182948"/>
                  </a:lnTo>
                  <a:lnTo>
                    <a:pt x="9583471" y="6181361"/>
                  </a:lnTo>
                  <a:lnTo>
                    <a:pt x="9643797" y="6173423"/>
                  </a:lnTo>
                  <a:lnTo>
                    <a:pt x="9696183" y="6162311"/>
                  </a:lnTo>
                  <a:lnTo>
                    <a:pt x="9742221" y="6148023"/>
                  </a:lnTo>
                  <a:lnTo>
                    <a:pt x="9783497" y="6132148"/>
                  </a:lnTo>
                  <a:lnTo>
                    <a:pt x="9820009" y="6113098"/>
                  </a:lnTo>
                  <a:lnTo>
                    <a:pt x="9896209" y="6074998"/>
                  </a:lnTo>
                  <a:lnTo>
                    <a:pt x="9932721" y="6059123"/>
                  </a:lnTo>
                  <a:lnTo>
                    <a:pt x="9973997" y="6043248"/>
                  </a:lnTo>
                  <a:lnTo>
                    <a:pt x="10020033" y="6027373"/>
                  </a:lnTo>
                  <a:lnTo>
                    <a:pt x="10072421" y="6016261"/>
                  </a:lnTo>
                  <a:lnTo>
                    <a:pt x="10132747" y="6009911"/>
                  </a:lnTo>
                  <a:lnTo>
                    <a:pt x="10201009" y="6006736"/>
                  </a:lnTo>
                  <a:lnTo>
                    <a:pt x="10269271" y="6009911"/>
                  </a:lnTo>
                  <a:lnTo>
                    <a:pt x="10329597" y="6016261"/>
                  </a:lnTo>
                  <a:lnTo>
                    <a:pt x="10381983" y="6027373"/>
                  </a:lnTo>
                  <a:lnTo>
                    <a:pt x="10428021" y="6043248"/>
                  </a:lnTo>
                  <a:lnTo>
                    <a:pt x="10469297" y="6059123"/>
                  </a:lnTo>
                  <a:lnTo>
                    <a:pt x="10505809" y="6074998"/>
                  </a:lnTo>
                  <a:lnTo>
                    <a:pt x="10543909" y="6094048"/>
                  </a:lnTo>
                  <a:lnTo>
                    <a:pt x="10582009" y="6113098"/>
                  </a:lnTo>
                  <a:lnTo>
                    <a:pt x="10618521" y="6132148"/>
                  </a:lnTo>
                  <a:lnTo>
                    <a:pt x="10659797" y="6148023"/>
                  </a:lnTo>
                  <a:lnTo>
                    <a:pt x="10705833" y="6162311"/>
                  </a:lnTo>
                  <a:lnTo>
                    <a:pt x="10758221" y="6173423"/>
                  </a:lnTo>
                  <a:lnTo>
                    <a:pt x="10818547" y="6181361"/>
                  </a:lnTo>
                  <a:lnTo>
                    <a:pt x="10886809" y="6182948"/>
                  </a:lnTo>
                  <a:lnTo>
                    <a:pt x="10955071" y="6181361"/>
                  </a:lnTo>
                  <a:lnTo>
                    <a:pt x="11015397" y="6173423"/>
                  </a:lnTo>
                  <a:lnTo>
                    <a:pt x="11067783" y="6162311"/>
                  </a:lnTo>
                  <a:lnTo>
                    <a:pt x="11113821" y="6148023"/>
                  </a:lnTo>
                  <a:lnTo>
                    <a:pt x="11155097" y="6132148"/>
                  </a:lnTo>
                  <a:lnTo>
                    <a:pt x="11191609" y="6113098"/>
                  </a:lnTo>
                  <a:lnTo>
                    <a:pt x="11229709" y="6094048"/>
                  </a:lnTo>
                  <a:lnTo>
                    <a:pt x="11267809" y="6074998"/>
                  </a:lnTo>
                  <a:lnTo>
                    <a:pt x="11304321" y="6059123"/>
                  </a:lnTo>
                  <a:lnTo>
                    <a:pt x="11345597" y="6043248"/>
                  </a:lnTo>
                  <a:lnTo>
                    <a:pt x="11391633" y="6027373"/>
                  </a:lnTo>
                  <a:lnTo>
                    <a:pt x="11444021" y="6016261"/>
                  </a:lnTo>
                  <a:lnTo>
                    <a:pt x="11504347" y="6009911"/>
                  </a:lnTo>
                  <a:lnTo>
                    <a:pt x="11572609" y="6006736"/>
                  </a:lnTo>
                  <a:lnTo>
                    <a:pt x="11640871" y="6009911"/>
                  </a:lnTo>
                  <a:lnTo>
                    <a:pt x="11701197" y="6016261"/>
                  </a:lnTo>
                  <a:lnTo>
                    <a:pt x="11753583" y="6027373"/>
                  </a:lnTo>
                  <a:lnTo>
                    <a:pt x="11799621" y="6043248"/>
                  </a:lnTo>
                  <a:lnTo>
                    <a:pt x="11840897" y="6059123"/>
                  </a:lnTo>
                  <a:lnTo>
                    <a:pt x="11877409" y="6074998"/>
                  </a:lnTo>
                  <a:lnTo>
                    <a:pt x="11915509" y="6094048"/>
                  </a:lnTo>
                  <a:lnTo>
                    <a:pt x="11953609" y="6113098"/>
                  </a:lnTo>
                  <a:lnTo>
                    <a:pt x="11990121" y="6132148"/>
                  </a:lnTo>
                  <a:lnTo>
                    <a:pt x="12031397" y="6148023"/>
                  </a:lnTo>
                  <a:lnTo>
                    <a:pt x="12077433" y="6162311"/>
                  </a:lnTo>
                  <a:lnTo>
                    <a:pt x="12129821" y="6173424"/>
                  </a:lnTo>
                  <a:lnTo>
                    <a:pt x="12190147" y="6181361"/>
                  </a:lnTo>
                  <a:lnTo>
                    <a:pt x="12191997" y="6181404"/>
                  </a:lnTo>
                  <a:lnTo>
                    <a:pt x="12191997" y="6858000"/>
                  </a:lnTo>
                  <a:lnTo>
                    <a:pt x="1" y="6858000"/>
                  </a:lnTo>
                  <a:lnTo>
                    <a:pt x="1" y="6551875"/>
                  </a:lnTo>
                  <a:lnTo>
                    <a:pt x="0" y="6551875"/>
                  </a:lnTo>
                  <a:close/>
                </a:path>
              </a:pathLst>
            </a:custGeom>
            <a:solidFill>
              <a:srgbClr val="FFFFFF"/>
            </a:solidFill>
            <a:ln w="0">
              <a:noFill/>
              <a:prstDash val="solid"/>
              <a:round/>
              <a:headEnd/>
              <a:tailEnd/>
            </a:ln>
          </p:spPr>
          <p:txBody>
            <a:bodyPr wrap="square" rtlCol="0" anchor="ctr">
              <a:noAutofit/>
            </a:bodyPr>
            <a:lstStyle/>
            <a:p>
              <a:pPr algn="ctr" defTabSz="457200"/>
              <a:endParaRPr lang="en-US" dirty="0">
                <a:solidFill>
                  <a:schemeClr val="tx1"/>
                </a:solidFill>
              </a:endParaRPr>
            </a:p>
          </p:txBody>
        </p:sp>
        <p:sp>
          <p:nvSpPr>
            <p:cNvPr id="65" name="Freeform: Shape 58">
              <a:extLst>
                <a:ext uri="{FF2B5EF4-FFF2-40B4-BE49-F238E27FC236}">
                  <a16:creationId xmlns:a16="http://schemas.microsoft.com/office/drawing/2014/main" id="{66B0E24D-4C3D-410C-95F7-CDEB79576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0" y="0"/>
              <a:ext cx="12191999" cy="6858000"/>
            </a:xfrm>
            <a:custGeom>
              <a:avLst/>
              <a:gdLst>
                <a:gd name="connsiteX0" fmla="*/ 12191997 w 12191999"/>
                <a:gd name="connsiteY0" fmla="*/ 0 h 6858000"/>
                <a:gd name="connsiteX1" fmla="*/ 12191999 w 12191999"/>
                <a:gd name="connsiteY1" fmla="*/ 0 h 6858000"/>
                <a:gd name="connsiteX2" fmla="*/ 12191999 w 12191999"/>
                <a:gd name="connsiteY2" fmla="*/ 6181404 h 6858000"/>
                <a:gd name="connsiteX3" fmla="*/ 12191997 w 12191999"/>
                <a:gd name="connsiteY3" fmla="*/ 6181404 h 6858000"/>
                <a:gd name="connsiteX4" fmla="*/ 0 w 12191999"/>
                <a:gd name="connsiteY4" fmla="*/ 0 h 6858000"/>
                <a:gd name="connsiteX5" fmla="*/ 1 w 12191999"/>
                <a:gd name="connsiteY5" fmla="*/ 0 h 6858000"/>
                <a:gd name="connsiteX6" fmla="*/ 1 w 12191999"/>
                <a:gd name="connsiteY6" fmla="*/ 6181404 h 6858000"/>
                <a:gd name="connsiteX7" fmla="*/ 1853 w 12191999"/>
                <a:gd name="connsiteY7" fmla="*/ 6181361 h 6858000"/>
                <a:gd name="connsiteX8" fmla="*/ 62178 w 12191999"/>
                <a:gd name="connsiteY8" fmla="*/ 6173423 h 6858000"/>
                <a:gd name="connsiteX9" fmla="*/ 114565 w 12191999"/>
                <a:gd name="connsiteY9" fmla="*/ 6162311 h 6858000"/>
                <a:gd name="connsiteX10" fmla="*/ 160603 w 12191999"/>
                <a:gd name="connsiteY10" fmla="*/ 6148023 h 6858000"/>
                <a:gd name="connsiteX11" fmla="*/ 201878 w 12191999"/>
                <a:gd name="connsiteY11" fmla="*/ 6132148 h 6858000"/>
                <a:gd name="connsiteX12" fmla="*/ 238390 w 12191999"/>
                <a:gd name="connsiteY12" fmla="*/ 6113098 h 6858000"/>
                <a:gd name="connsiteX13" fmla="*/ 276490 w 12191999"/>
                <a:gd name="connsiteY13" fmla="*/ 6094048 h 6858000"/>
                <a:gd name="connsiteX14" fmla="*/ 314590 w 12191999"/>
                <a:gd name="connsiteY14" fmla="*/ 6074998 h 6858000"/>
                <a:gd name="connsiteX15" fmla="*/ 351103 w 12191999"/>
                <a:gd name="connsiteY15" fmla="*/ 6059123 h 6858000"/>
                <a:gd name="connsiteX16" fmla="*/ 392378 w 12191999"/>
                <a:gd name="connsiteY16" fmla="*/ 6043248 h 6858000"/>
                <a:gd name="connsiteX17" fmla="*/ 438415 w 12191999"/>
                <a:gd name="connsiteY17" fmla="*/ 6027373 h 6858000"/>
                <a:gd name="connsiteX18" fmla="*/ 490803 w 12191999"/>
                <a:gd name="connsiteY18" fmla="*/ 6016261 h 6858000"/>
                <a:gd name="connsiteX19" fmla="*/ 551128 w 12191999"/>
                <a:gd name="connsiteY19" fmla="*/ 6009911 h 6858000"/>
                <a:gd name="connsiteX20" fmla="*/ 619390 w 12191999"/>
                <a:gd name="connsiteY20" fmla="*/ 6006736 h 6858000"/>
                <a:gd name="connsiteX21" fmla="*/ 687653 w 12191999"/>
                <a:gd name="connsiteY21" fmla="*/ 6009911 h 6858000"/>
                <a:gd name="connsiteX22" fmla="*/ 747978 w 12191999"/>
                <a:gd name="connsiteY22" fmla="*/ 6016261 h 6858000"/>
                <a:gd name="connsiteX23" fmla="*/ 800365 w 12191999"/>
                <a:gd name="connsiteY23" fmla="*/ 6027373 h 6858000"/>
                <a:gd name="connsiteX24" fmla="*/ 846403 w 12191999"/>
                <a:gd name="connsiteY24" fmla="*/ 6043248 h 6858000"/>
                <a:gd name="connsiteX25" fmla="*/ 887678 w 12191999"/>
                <a:gd name="connsiteY25" fmla="*/ 6059123 h 6858000"/>
                <a:gd name="connsiteX26" fmla="*/ 924190 w 12191999"/>
                <a:gd name="connsiteY26" fmla="*/ 6074998 h 6858000"/>
                <a:gd name="connsiteX27" fmla="*/ 962290 w 12191999"/>
                <a:gd name="connsiteY27" fmla="*/ 6094048 h 6858000"/>
                <a:gd name="connsiteX28" fmla="*/ 1000390 w 12191999"/>
                <a:gd name="connsiteY28" fmla="*/ 6113098 h 6858000"/>
                <a:gd name="connsiteX29" fmla="*/ 1036903 w 12191999"/>
                <a:gd name="connsiteY29" fmla="*/ 6132148 h 6858000"/>
                <a:gd name="connsiteX30" fmla="*/ 1078178 w 12191999"/>
                <a:gd name="connsiteY30" fmla="*/ 6148023 h 6858000"/>
                <a:gd name="connsiteX31" fmla="*/ 1124215 w 12191999"/>
                <a:gd name="connsiteY31" fmla="*/ 6162311 h 6858000"/>
                <a:gd name="connsiteX32" fmla="*/ 1176603 w 12191999"/>
                <a:gd name="connsiteY32" fmla="*/ 6173423 h 6858000"/>
                <a:gd name="connsiteX33" fmla="*/ 1236928 w 12191999"/>
                <a:gd name="connsiteY33" fmla="*/ 6181361 h 6858000"/>
                <a:gd name="connsiteX34" fmla="*/ 1305190 w 12191999"/>
                <a:gd name="connsiteY34" fmla="*/ 6182948 h 6858000"/>
                <a:gd name="connsiteX35" fmla="*/ 1373453 w 12191999"/>
                <a:gd name="connsiteY35" fmla="*/ 6181361 h 6858000"/>
                <a:gd name="connsiteX36" fmla="*/ 1433778 w 12191999"/>
                <a:gd name="connsiteY36" fmla="*/ 6173423 h 6858000"/>
                <a:gd name="connsiteX37" fmla="*/ 1486165 w 12191999"/>
                <a:gd name="connsiteY37" fmla="*/ 6162311 h 6858000"/>
                <a:gd name="connsiteX38" fmla="*/ 1532203 w 12191999"/>
                <a:gd name="connsiteY38" fmla="*/ 6148023 h 6858000"/>
                <a:gd name="connsiteX39" fmla="*/ 1573478 w 12191999"/>
                <a:gd name="connsiteY39" fmla="*/ 6132148 h 6858000"/>
                <a:gd name="connsiteX40" fmla="*/ 1609990 w 12191999"/>
                <a:gd name="connsiteY40" fmla="*/ 6113098 h 6858000"/>
                <a:gd name="connsiteX41" fmla="*/ 1648090 w 12191999"/>
                <a:gd name="connsiteY41" fmla="*/ 6094048 h 6858000"/>
                <a:gd name="connsiteX42" fmla="*/ 1686190 w 12191999"/>
                <a:gd name="connsiteY42" fmla="*/ 6074998 h 6858000"/>
                <a:gd name="connsiteX43" fmla="*/ 1722703 w 12191999"/>
                <a:gd name="connsiteY43" fmla="*/ 6059123 h 6858000"/>
                <a:gd name="connsiteX44" fmla="*/ 1763978 w 12191999"/>
                <a:gd name="connsiteY44" fmla="*/ 6043248 h 6858000"/>
                <a:gd name="connsiteX45" fmla="*/ 1810015 w 12191999"/>
                <a:gd name="connsiteY45" fmla="*/ 6027373 h 6858000"/>
                <a:gd name="connsiteX46" fmla="*/ 1862403 w 12191999"/>
                <a:gd name="connsiteY46" fmla="*/ 6016261 h 6858000"/>
                <a:gd name="connsiteX47" fmla="*/ 1922728 w 12191999"/>
                <a:gd name="connsiteY47" fmla="*/ 6009911 h 6858000"/>
                <a:gd name="connsiteX48" fmla="*/ 1990990 w 12191999"/>
                <a:gd name="connsiteY48" fmla="*/ 6006736 h 6858000"/>
                <a:gd name="connsiteX49" fmla="*/ 2059253 w 12191999"/>
                <a:gd name="connsiteY49" fmla="*/ 6009911 h 6858000"/>
                <a:gd name="connsiteX50" fmla="*/ 2119578 w 12191999"/>
                <a:gd name="connsiteY50" fmla="*/ 6016261 h 6858000"/>
                <a:gd name="connsiteX51" fmla="*/ 2171965 w 12191999"/>
                <a:gd name="connsiteY51" fmla="*/ 6027373 h 6858000"/>
                <a:gd name="connsiteX52" fmla="*/ 2218003 w 12191999"/>
                <a:gd name="connsiteY52" fmla="*/ 6043248 h 6858000"/>
                <a:gd name="connsiteX53" fmla="*/ 2259278 w 12191999"/>
                <a:gd name="connsiteY53" fmla="*/ 6059123 h 6858000"/>
                <a:gd name="connsiteX54" fmla="*/ 2295790 w 12191999"/>
                <a:gd name="connsiteY54" fmla="*/ 6074998 h 6858000"/>
                <a:gd name="connsiteX55" fmla="*/ 2333890 w 12191999"/>
                <a:gd name="connsiteY55" fmla="*/ 6094048 h 6858000"/>
                <a:gd name="connsiteX56" fmla="*/ 2371990 w 12191999"/>
                <a:gd name="connsiteY56" fmla="*/ 6113098 h 6858000"/>
                <a:gd name="connsiteX57" fmla="*/ 2408503 w 12191999"/>
                <a:gd name="connsiteY57" fmla="*/ 6132148 h 6858000"/>
                <a:gd name="connsiteX58" fmla="*/ 2449778 w 12191999"/>
                <a:gd name="connsiteY58" fmla="*/ 6148023 h 6858000"/>
                <a:gd name="connsiteX59" fmla="*/ 2495815 w 12191999"/>
                <a:gd name="connsiteY59" fmla="*/ 6162311 h 6858000"/>
                <a:gd name="connsiteX60" fmla="*/ 2548203 w 12191999"/>
                <a:gd name="connsiteY60" fmla="*/ 6173423 h 6858000"/>
                <a:gd name="connsiteX61" fmla="*/ 2608528 w 12191999"/>
                <a:gd name="connsiteY61" fmla="*/ 6181361 h 6858000"/>
                <a:gd name="connsiteX62" fmla="*/ 2676790 w 12191999"/>
                <a:gd name="connsiteY62" fmla="*/ 6182948 h 6858000"/>
                <a:gd name="connsiteX63" fmla="*/ 2745053 w 12191999"/>
                <a:gd name="connsiteY63" fmla="*/ 6181361 h 6858000"/>
                <a:gd name="connsiteX64" fmla="*/ 2805378 w 12191999"/>
                <a:gd name="connsiteY64" fmla="*/ 6173423 h 6858000"/>
                <a:gd name="connsiteX65" fmla="*/ 2857765 w 12191999"/>
                <a:gd name="connsiteY65" fmla="*/ 6162311 h 6858000"/>
                <a:gd name="connsiteX66" fmla="*/ 2903803 w 12191999"/>
                <a:gd name="connsiteY66" fmla="*/ 6148023 h 6858000"/>
                <a:gd name="connsiteX67" fmla="*/ 2945078 w 12191999"/>
                <a:gd name="connsiteY67" fmla="*/ 6132148 h 6858000"/>
                <a:gd name="connsiteX68" fmla="*/ 2981590 w 12191999"/>
                <a:gd name="connsiteY68" fmla="*/ 6113098 h 6858000"/>
                <a:gd name="connsiteX69" fmla="*/ 3019690 w 12191999"/>
                <a:gd name="connsiteY69" fmla="*/ 6094048 h 6858000"/>
                <a:gd name="connsiteX70" fmla="*/ 3057790 w 12191999"/>
                <a:gd name="connsiteY70" fmla="*/ 6074998 h 6858000"/>
                <a:gd name="connsiteX71" fmla="*/ 3094303 w 12191999"/>
                <a:gd name="connsiteY71" fmla="*/ 6059123 h 6858000"/>
                <a:gd name="connsiteX72" fmla="*/ 3135578 w 12191999"/>
                <a:gd name="connsiteY72" fmla="*/ 6043248 h 6858000"/>
                <a:gd name="connsiteX73" fmla="*/ 3181615 w 12191999"/>
                <a:gd name="connsiteY73" fmla="*/ 6027373 h 6858000"/>
                <a:gd name="connsiteX74" fmla="*/ 3234003 w 12191999"/>
                <a:gd name="connsiteY74" fmla="*/ 6016261 h 6858000"/>
                <a:gd name="connsiteX75" fmla="*/ 3294328 w 12191999"/>
                <a:gd name="connsiteY75" fmla="*/ 6009911 h 6858000"/>
                <a:gd name="connsiteX76" fmla="*/ 3361003 w 12191999"/>
                <a:gd name="connsiteY76" fmla="*/ 6006736 h 6858000"/>
                <a:gd name="connsiteX77" fmla="*/ 3430853 w 12191999"/>
                <a:gd name="connsiteY77" fmla="*/ 6009911 h 6858000"/>
                <a:gd name="connsiteX78" fmla="*/ 3491178 w 12191999"/>
                <a:gd name="connsiteY78" fmla="*/ 6016261 h 6858000"/>
                <a:gd name="connsiteX79" fmla="*/ 3543565 w 12191999"/>
                <a:gd name="connsiteY79" fmla="*/ 6027373 h 6858000"/>
                <a:gd name="connsiteX80" fmla="*/ 3589603 w 12191999"/>
                <a:gd name="connsiteY80" fmla="*/ 6043248 h 6858000"/>
                <a:gd name="connsiteX81" fmla="*/ 3630878 w 12191999"/>
                <a:gd name="connsiteY81" fmla="*/ 6059123 h 6858000"/>
                <a:gd name="connsiteX82" fmla="*/ 3667390 w 12191999"/>
                <a:gd name="connsiteY82" fmla="*/ 6074998 h 6858000"/>
                <a:gd name="connsiteX83" fmla="*/ 3705490 w 12191999"/>
                <a:gd name="connsiteY83" fmla="*/ 6094048 h 6858000"/>
                <a:gd name="connsiteX84" fmla="*/ 3743590 w 12191999"/>
                <a:gd name="connsiteY84" fmla="*/ 6113098 h 6858000"/>
                <a:gd name="connsiteX85" fmla="*/ 3780103 w 12191999"/>
                <a:gd name="connsiteY85" fmla="*/ 6132148 h 6858000"/>
                <a:gd name="connsiteX86" fmla="*/ 3821378 w 12191999"/>
                <a:gd name="connsiteY86" fmla="*/ 6148023 h 6858000"/>
                <a:gd name="connsiteX87" fmla="*/ 3867415 w 12191999"/>
                <a:gd name="connsiteY87" fmla="*/ 6162311 h 6858000"/>
                <a:gd name="connsiteX88" fmla="*/ 3919803 w 12191999"/>
                <a:gd name="connsiteY88" fmla="*/ 6173423 h 6858000"/>
                <a:gd name="connsiteX89" fmla="*/ 3980128 w 12191999"/>
                <a:gd name="connsiteY89" fmla="*/ 6181361 h 6858000"/>
                <a:gd name="connsiteX90" fmla="*/ 4048390 w 12191999"/>
                <a:gd name="connsiteY90" fmla="*/ 6182948 h 6858000"/>
                <a:gd name="connsiteX91" fmla="*/ 4116653 w 12191999"/>
                <a:gd name="connsiteY91" fmla="*/ 6181361 h 6858000"/>
                <a:gd name="connsiteX92" fmla="*/ 4176978 w 12191999"/>
                <a:gd name="connsiteY92" fmla="*/ 6173423 h 6858000"/>
                <a:gd name="connsiteX93" fmla="*/ 4229365 w 12191999"/>
                <a:gd name="connsiteY93" fmla="*/ 6162311 h 6858000"/>
                <a:gd name="connsiteX94" fmla="*/ 4275403 w 12191999"/>
                <a:gd name="connsiteY94" fmla="*/ 6148023 h 6858000"/>
                <a:gd name="connsiteX95" fmla="*/ 4316678 w 12191999"/>
                <a:gd name="connsiteY95" fmla="*/ 6132148 h 6858000"/>
                <a:gd name="connsiteX96" fmla="*/ 4353190 w 12191999"/>
                <a:gd name="connsiteY96" fmla="*/ 6113098 h 6858000"/>
                <a:gd name="connsiteX97" fmla="*/ 4429390 w 12191999"/>
                <a:gd name="connsiteY97" fmla="*/ 6074998 h 6858000"/>
                <a:gd name="connsiteX98" fmla="*/ 4465903 w 12191999"/>
                <a:gd name="connsiteY98" fmla="*/ 6059123 h 6858000"/>
                <a:gd name="connsiteX99" fmla="*/ 4507178 w 12191999"/>
                <a:gd name="connsiteY99" fmla="*/ 6043248 h 6858000"/>
                <a:gd name="connsiteX100" fmla="*/ 4553217 w 12191999"/>
                <a:gd name="connsiteY100" fmla="*/ 6027373 h 6858000"/>
                <a:gd name="connsiteX101" fmla="*/ 4605603 w 12191999"/>
                <a:gd name="connsiteY101" fmla="*/ 6016261 h 6858000"/>
                <a:gd name="connsiteX102" fmla="*/ 4665929 w 12191999"/>
                <a:gd name="connsiteY102" fmla="*/ 6009911 h 6858000"/>
                <a:gd name="connsiteX103" fmla="*/ 4734190 w 12191999"/>
                <a:gd name="connsiteY103" fmla="*/ 6006736 h 6858000"/>
                <a:gd name="connsiteX104" fmla="*/ 4802454 w 12191999"/>
                <a:gd name="connsiteY104" fmla="*/ 6009911 h 6858000"/>
                <a:gd name="connsiteX105" fmla="*/ 4862778 w 12191999"/>
                <a:gd name="connsiteY105" fmla="*/ 6016261 h 6858000"/>
                <a:gd name="connsiteX106" fmla="*/ 4915166 w 12191999"/>
                <a:gd name="connsiteY106" fmla="*/ 6027373 h 6858000"/>
                <a:gd name="connsiteX107" fmla="*/ 4961203 w 12191999"/>
                <a:gd name="connsiteY107" fmla="*/ 6043248 h 6858000"/>
                <a:gd name="connsiteX108" fmla="*/ 5002479 w 12191999"/>
                <a:gd name="connsiteY108" fmla="*/ 6059123 h 6858000"/>
                <a:gd name="connsiteX109" fmla="*/ 5038990 w 12191999"/>
                <a:gd name="connsiteY109" fmla="*/ 6074998 h 6858000"/>
                <a:gd name="connsiteX110" fmla="*/ 5077092 w 12191999"/>
                <a:gd name="connsiteY110" fmla="*/ 6094048 h 6858000"/>
                <a:gd name="connsiteX111" fmla="*/ 5115191 w 12191999"/>
                <a:gd name="connsiteY111" fmla="*/ 6113098 h 6858000"/>
                <a:gd name="connsiteX112" fmla="*/ 5151703 w 12191999"/>
                <a:gd name="connsiteY112" fmla="*/ 6132148 h 6858000"/>
                <a:gd name="connsiteX113" fmla="*/ 5192979 w 12191999"/>
                <a:gd name="connsiteY113" fmla="*/ 6148023 h 6858000"/>
                <a:gd name="connsiteX114" fmla="*/ 5239015 w 12191999"/>
                <a:gd name="connsiteY114" fmla="*/ 6162311 h 6858000"/>
                <a:gd name="connsiteX115" fmla="*/ 5291402 w 12191999"/>
                <a:gd name="connsiteY115" fmla="*/ 6173423 h 6858000"/>
                <a:gd name="connsiteX116" fmla="*/ 5351728 w 12191999"/>
                <a:gd name="connsiteY116" fmla="*/ 6181361 h 6858000"/>
                <a:gd name="connsiteX117" fmla="*/ 5410200 w 12191999"/>
                <a:gd name="connsiteY117" fmla="*/ 6182721 h 6858000"/>
                <a:gd name="connsiteX118" fmla="*/ 5468672 w 12191999"/>
                <a:gd name="connsiteY118" fmla="*/ 6181361 h 6858000"/>
                <a:gd name="connsiteX119" fmla="*/ 5528997 w 12191999"/>
                <a:gd name="connsiteY119" fmla="*/ 6173423 h 6858000"/>
                <a:gd name="connsiteX120" fmla="*/ 5581384 w 12191999"/>
                <a:gd name="connsiteY120" fmla="*/ 6162311 h 6858000"/>
                <a:gd name="connsiteX121" fmla="*/ 5627422 w 12191999"/>
                <a:gd name="connsiteY121" fmla="*/ 6148023 h 6858000"/>
                <a:gd name="connsiteX122" fmla="*/ 5668697 w 12191999"/>
                <a:gd name="connsiteY122" fmla="*/ 6132148 h 6858000"/>
                <a:gd name="connsiteX123" fmla="*/ 5705211 w 12191999"/>
                <a:gd name="connsiteY123" fmla="*/ 6113098 h 6858000"/>
                <a:gd name="connsiteX124" fmla="*/ 5743309 w 12191999"/>
                <a:gd name="connsiteY124" fmla="*/ 6094048 h 6858000"/>
                <a:gd name="connsiteX125" fmla="*/ 5781409 w 12191999"/>
                <a:gd name="connsiteY125" fmla="*/ 6074998 h 6858000"/>
                <a:gd name="connsiteX126" fmla="*/ 5817922 w 12191999"/>
                <a:gd name="connsiteY126" fmla="*/ 6059123 h 6858000"/>
                <a:gd name="connsiteX127" fmla="*/ 5859197 w 12191999"/>
                <a:gd name="connsiteY127" fmla="*/ 6043248 h 6858000"/>
                <a:gd name="connsiteX128" fmla="*/ 5905235 w 12191999"/>
                <a:gd name="connsiteY128" fmla="*/ 6027373 h 6858000"/>
                <a:gd name="connsiteX129" fmla="*/ 5957622 w 12191999"/>
                <a:gd name="connsiteY129" fmla="*/ 6016261 h 6858000"/>
                <a:gd name="connsiteX130" fmla="*/ 6017949 w 12191999"/>
                <a:gd name="connsiteY130" fmla="*/ 6009911 h 6858000"/>
                <a:gd name="connsiteX131" fmla="*/ 6086211 w 12191999"/>
                <a:gd name="connsiteY131" fmla="*/ 6006736 h 6858000"/>
                <a:gd name="connsiteX132" fmla="*/ 6096000 w 12191999"/>
                <a:gd name="connsiteY132" fmla="*/ 6007191 h 6858000"/>
                <a:gd name="connsiteX133" fmla="*/ 6105790 w 12191999"/>
                <a:gd name="connsiteY133" fmla="*/ 6006736 h 6858000"/>
                <a:gd name="connsiteX134" fmla="*/ 6174053 w 12191999"/>
                <a:gd name="connsiteY134" fmla="*/ 6009911 h 6858000"/>
                <a:gd name="connsiteX135" fmla="*/ 6234378 w 12191999"/>
                <a:gd name="connsiteY135" fmla="*/ 6016261 h 6858000"/>
                <a:gd name="connsiteX136" fmla="*/ 6286765 w 12191999"/>
                <a:gd name="connsiteY136" fmla="*/ 6027373 h 6858000"/>
                <a:gd name="connsiteX137" fmla="*/ 6332803 w 12191999"/>
                <a:gd name="connsiteY137" fmla="*/ 6043248 h 6858000"/>
                <a:gd name="connsiteX138" fmla="*/ 6374078 w 12191999"/>
                <a:gd name="connsiteY138" fmla="*/ 6059123 h 6858000"/>
                <a:gd name="connsiteX139" fmla="*/ 6410590 w 12191999"/>
                <a:gd name="connsiteY139" fmla="*/ 6074998 h 6858000"/>
                <a:gd name="connsiteX140" fmla="*/ 6448690 w 12191999"/>
                <a:gd name="connsiteY140" fmla="*/ 6094048 h 6858000"/>
                <a:gd name="connsiteX141" fmla="*/ 6486790 w 12191999"/>
                <a:gd name="connsiteY141" fmla="*/ 6113098 h 6858000"/>
                <a:gd name="connsiteX142" fmla="*/ 6523303 w 12191999"/>
                <a:gd name="connsiteY142" fmla="*/ 6132148 h 6858000"/>
                <a:gd name="connsiteX143" fmla="*/ 6564578 w 12191999"/>
                <a:gd name="connsiteY143" fmla="*/ 6148023 h 6858000"/>
                <a:gd name="connsiteX144" fmla="*/ 6610615 w 12191999"/>
                <a:gd name="connsiteY144" fmla="*/ 6162311 h 6858000"/>
                <a:gd name="connsiteX145" fmla="*/ 6663003 w 12191999"/>
                <a:gd name="connsiteY145" fmla="*/ 6173423 h 6858000"/>
                <a:gd name="connsiteX146" fmla="*/ 6723328 w 12191999"/>
                <a:gd name="connsiteY146" fmla="*/ 6181361 h 6858000"/>
                <a:gd name="connsiteX147" fmla="*/ 6781800 w 12191999"/>
                <a:gd name="connsiteY147" fmla="*/ 6182721 h 6858000"/>
                <a:gd name="connsiteX148" fmla="*/ 6840272 w 12191999"/>
                <a:gd name="connsiteY148" fmla="*/ 6181361 h 6858000"/>
                <a:gd name="connsiteX149" fmla="*/ 6900597 w 12191999"/>
                <a:gd name="connsiteY149" fmla="*/ 6173423 h 6858000"/>
                <a:gd name="connsiteX150" fmla="*/ 6952984 w 12191999"/>
                <a:gd name="connsiteY150" fmla="*/ 6162311 h 6858000"/>
                <a:gd name="connsiteX151" fmla="*/ 6999022 w 12191999"/>
                <a:gd name="connsiteY151" fmla="*/ 6148023 h 6858000"/>
                <a:gd name="connsiteX152" fmla="*/ 7040297 w 12191999"/>
                <a:gd name="connsiteY152" fmla="*/ 6132148 h 6858000"/>
                <a:gd name="connsiteX153" fmla="*/ 7076809 w 12191999"/>
                <a:gd name="connsiteY153" fmla="*/ 6113098 h 6858000"/>
                <a:gd name="connsiteX154" fmla="*/ 7114909 w 12191999"/>
                <a:gd name="connsiteY154" fmla="*/ 6094048 h 6858000"/>
                <a:gd name="connsiteX155" fmla="*/ 7153009 w 12191999"/>
                <a:gd name="connsiteY155" fmla="*/ 6074998 h 6858000"/>
                <a:gd name="connsiteX156" fmla="*/ 7189522 w 12191999"/>
                <a:gd name="connsiteY156" fmla="*/ 6059123 h 6858000"/>
                <a:gd name="connsiteX157" fmla="*/ 7230797 w 12191999"/>
                <a:gd name="connsiteY157" fmla="*/ 6043248 h 6858000"/>
                <a:gd name="connsiteX158" fmla="*/ 7276834 w 12191999"/>
                <a:gd name="connsiteY158" fmla="*/ 6027373 h 6858000"/>
                <a:gd name="connsiteX159" fmla="*/ 7329222 w 12191999"/>
                <a:gd name="connsiteY159" fmla="*/ 6016261 h 6858000"/>
                <a:gd name="connsiteX160" fmla="*/ 7389547 w 12191999"/>
                <a:gd name="connsiteY160" fmla="*/ 6009911 h 6858000"/>
                <a:gd name="connsiteX161" fmla="*/ 7457809 w 12191999"/>
                <a:gd name="connsiteY161" fmla="*/ 6006736 h 6858000"/>
                <a:gd name="connsiteX162" fmla="*/ 7526072 w 12191999"/>
                <a:gd name="connsiteY162" fmla="*/ 6009911 h 6858000"/>
                <a:gd name="connsiteX163" fmla="*/ 7586397 w 12191999"/>
                <a:gd name="connsiteY163" fmla="*/ 6016261 h 6858000"/>
                <a:gd name="connsiteX164" fmla="*/ 7638784 w 12191999"/>
                <a:gd name="connsiteY164" fmla="*/ 6027373 h 6858000"/>
                <a:gd name="connsiteX165" fmla="*/ 7684822 w 12191999"/>
                <a:gd name="connsiteY165" fmla="*/ 6043248 h 6858000"/>
                <a:gd name="connsiteX166" fmla="*/ 7726097 w 12191999"/>
                <a:gd name="connsiteY166" fmla="*/ 6059123 h 6858000"/>
                <a:gd name="connsiteX167" fmla="*/ 7762609 w 12191999"/>
                <a:gd name="connsiteY167" fmla="*/ 6074998 h 6858000"/>
                <a:gd name="connsiteX168" fmla="*/ 7800709 w 12191999"/>
                <a:gd name="connsiteY168" fmla="*/ 6094048 h 6858000"/>
                <a:gd name="connsiteX169" fmla="*/ 7838809 w 12191999"/>
                <a:gd name="connsiteY169" fmla="*/ 6113098 h 6858000"/>
                <a:gd name="connsiteX170" fmla="*/ 7875322 w 12191999"/>
                <a:gd name="connsiteY170" fmla="*/ 6132148 h 6858000"/>
                <a:gd name="connsiteX171" fmla="*/ 7916597 w 12191999"/>
                <a:gd name="connsiteY171" fmla="*/ 6148023 h 6858000"/>
                <a:gd name="connsiteX172" fmla="*/ 7962634 w 12191999"/>
                <a:gd name="connsiteY172" fmla="*/ 6162311 h 6858000"/>
                <a:gd name="connsiteX173" fmla="*/ 8015022 w 12191999"/>
                <a:gd name="connsiteY173" fmla="*/ 6173423 h 6858000"/>
                <a:gd name="connsiteX174" fmla="*/ 8075347 w 12191999"/>
                <a:gd name="connsiteY174" fmla="*/ 6181361 h 6858000"/>
                <a:gd name="connsiteX175" fmla="*/ 8143609 w 12191999"/>
                <a:gd name="connsiteY175" fmla="*/ 6182948 h 6858000"/>
                <a:gd name="connsiteX176" fmla="*/ 8211872 w 12191999"/>
                <a:gd name="connsiteY176" fmla="*/ 6181361 h 6858000"/>
                <a:gd name="connsiteX177" fmla="*/ 8272197 w 12191999"/>
                <a:gd name="connsiteY177" fmla="*/ 6173423 h 6858000"/>
                <a:gd name="connsiteX178" fmla="*/ 8324584 w 12191999"/>
                <a:gd name="connsiteY178" fmla="*/ 6162311 h 6858000"/>
                <a:gd name="connsiteX179" fmla="*/ 8370622 w 12191999"/>
                <a:gd name="connsiteY179" fmla="*/ 6148023 h 6858000"/>
                <a:gd name="connsiteX180" fmla="*/ 8411897 w 12191999"/>
                <a:gd name="connsiteY180" fmla="*/ 6132148 h 6858000"/>
                <a:gd name="connsiteX181" fmla="*/ 8448409 w 12191999"/>
                <a:gd name="connsiteY181" fmla="*/ 6113098 h 6858000"/>
                <a:gd name="connsiteX182" fmla="*/ 8486509 w 12191999"/>
                <a:gd name="connsiteY182" fmla="*/ 6094048 h 6858000"/>
                <a:gd name="connsiteX183" fmla="*/ 8524609 w 12191999"/>
                <a:gd name="connsiteY183" fmla="*/ 6074998 h 6858000"/>
                <a:gd name="connsiteX184" fmla="*/ 8561121 w 12191999"/>
                <a:gd name="connsiteY184" fmla="*/ 6059123 h 6858000"/>
                <a:gd name="connsiteX185" fmla="*/ 8602397 w 12191999"/>
                <a:gd name="connsiteY185" fmla="*/ 6043248 h 6858000"/>
                <a:gd name="connsiteX186" fmla="*/ 8648433 w 12191999"/>
                <a:gd name="connsiteY186" fmla="*/ 6027373 h 6858000"/>
                <a:gd name="connsiteX187" fmla="*/ 8700821 w 12191999"/>
                <a:gd name="connsiteY187" fmla="*/ 6016261 h 6858000"/>
                <a:gd name="connsiteX188" fmla="*/ 8761147 w 12191999"/>
                <a:gd name="connsiteY188" fmla="*/ 6009911 h 6858000"/>
                <a:gd name="connsiteX189" fmla="*/ 8827821 w 12191999"/>
                <a:gd name="connsiteY189" fmla="*/ 6006736 h 6858000"/>
                <a:gd name="connsiteX190" fmla="*/ 8897671 w 12191999"/>
                <a:gd name="connsiteY190" fmla="*/ 6009911 h 6858000"/>
                <a:gd name="connsiteX191" fmla="*/ 8957997 w 12191999"/>
                <a:gd name="connsiteY191" fmla="*/ 6016261 h 6858000"/>
                <a:gd name="connsiteX192" fmla="*/ 9010383 w 12191999"/>
                <a:gd name="connsiteY192" fmla="*/ 6027373 h 6858000"/>
                <a:gd name="connsiteX193" fmla="*/ 9056421 w 12191999"/>
                <a:gd name="connsiteY193" fmla="*/ 6043248 h 6858000"/>
                <a:gd name="connsiteX194" fmla="*/ 9097697 w 12191999"/>
                <a:gd name="connsiteY194" fmla="*/ 6059123 h 6858000"/>
                <a:gd name="connsiteX195" fmla="*/ 9134209 w 12191999"/>
                <a:gd name="connsiteY195" fmla="*/ 6074998 h 6858000"/>
                <a:gd name="connsiteX196" fmla="*/ 9172309 w 12191999"/>
                <a:gd name="connsiteY196" fmla="*/ 6094048 h 6858000"/>
                <a:gd name="connsiteX197" fmla="*/ 9210409 w 12191999"/>
                <a:gd name="connsiteY197" fmla="*/ 6113098 h 6858000"/>
                <a:gd name="connsiteX198" fmla="*/ 9246921 w 12191999"/>
                <a:gd name="connsiteY198" fmla="*/ 6132148 h 6858000"/>
                <a:gd name="connsiteX199" fmla="*/ 9288197 w 12191999"/>
                <a:gd name="connsiteY199" fmla="*/ 6148023 h 6858000"/>
                <a:gd name="connsiteX200" fmla="*/ 9334233 w 12191999"/>
                <a:gd name="connsiteY200" fmla="*/ 6162311 h 6858000"/>
                <a:gd name="connsiteX201" fmla="*/ 9386621 w 12191999"/>
                <a:gd name="connsiteY201" fmla="*/ 6173423 h 6858000"/>
                <a:gd name="connsiteX202" fmla="*/ 9446947 w 12191999"/>
                <a:gd name="connsiteY202" fmla="*/ 6181361 h 6858000"/>
                <a:gd name="connsiteX203" fmla="*/ 9515209 w 12191999"/>
                <a:gd name="connsiteY203" fmla="*/ 6182948 h 6858000"/>
                <a:gd name="connsiteX204" fmla="*/ 9583471 w 12191999"/>
                <a:gd name="connsiteY204" fmla="*/ 6181361 h 6858000"/>
                <a:gd name="connsiteX205" fmla="*/ 9643797 w 12191999"/>
                <a:gd name="connsiteY205" fmla="*/ 6173423 h 6858000"/>
                <a:gd name="connsiteX206" fmla="*/ 9696183 w 12191999"/>
                <a:gd name="connsiteY206" fmla="*/ 6162311 h 6858000"/>
                <a:gd name="connsiteX207" fmla="*/ 9742221 w 12191999"/>
                <a:gd name="connsiteY207" fmla="*/ 6148023 h 6858000"/>
                <a:gd name="connsiteX208" fmla="*/ 9783497 w 12191999"/>
                <a:gd name="connsiteY208" fmla="*/ 6132148 h 6858000"/>
                <a:gd name="connsiteX209" fmla="*/ 9820009 w 12191999"/>
                <a:gd name="connsiteY209" fmla="*/ 6113098 h 6858000"/>
                <a:gd name="connsiteX210" fmla="*/ 9896209 w 12191999"/>
                <a:gd name="connsiteY210" fmla="*/ 6074998 h 6858000"/>
                <a:gd name="connsiteX211" fmla="*/ 9932721 w 12191999"/>
                <a:gd name="connsiteY211" fmla="*/ 6059123 h 6858000"/>
                <a:gd name="connsiteX212" fmla="*/ 9973997 w 12191999"/>
                <a:gd name="connsiteY212" fmla="*/ 6043248 h 6858000"/>
                <a:gd name="connsiteX213" fmla="*/ 10020033 w 12191999"/>
                <a:gd name="connsiteY213" fmla="*/ 6027373 h 6858000"/>
                <a:gd name="connsiteX214" fmla="*/ 10072421 w 12191999"/>
                <a:gd name="connsiteY214" fmla="*/ 6016261 h 6858000"/>
                <a:gd name="connsiteX215" fmla="*/ 10132747 w 12191999"/>
                <a:gd name="connsiteY215" fmla="*/ 6009911 h 6858000"/>
                <a:gd name="connsiteX216" fmla="*/ 10201009 w 12191999"/>
                <a:gd name="connsiteY216" fmla="*/ 6006736 h 6858000"/>
                <a:gd name="connsiteX217" fmla="*/ 10269271 w 12191999"/>
                <a:gd name="connsiteY217" fmla="*/ 6009911 h 6858000"/>
                <a:gd name="connsiteX218" fmla="*/ 10329597 w 12191999"/>
                <a:gd name="connsiteY218" fmla="*/ 6016261 h 6858000"/>
                <a:gd name="connsiteX219" fmla="*/ 10381983 w 12191999"/>
                <a:gd name="connsiteY219" fmla="*/ 6027373 h 6858000"/>
                <a:gd name="connsiteX220" fmla="*/ 10428021 w 12191999"/>
                <a:gd name="connsiteY220" fmla="*/ 6043248 h 6858000"/>
                <a:gd name="connsiteX221" fmla="*/ 10469297 w 12191999"/>
                <a:gd name="connsiteY221" fmla="*/ 6059123 h 6858000"/>
                <a:gd name="connsiteX222" fmla="*/ 10505809 w 12191999"/>
                <a:gd name="connsiteY222" fmla="*/ 6074998 h 6858000"/>
                <a:gd name="connsiteX223" fmla="*/ 10543909 w 12191999"/>
                <a:gd name="connsiteY223" fmla="*/ 6094048 h 6858000"/>
                <a:gd name="connsiteX224" fmla="*/ 10582009 w 12191999"/>
                <a:gd name="connsiteY224" fmla="*/ 6113098 h 6858000"/>
                <a:gd name="connsiteX225" fmla="*/ 10618521 w 12191999"/>
                <a:gd name="connsiteY225" fmla="*/ 6132148 h 6858000"/>
                <a:gd name="connsiteX226" fmla="*/ 10659797 w 12191999"/>
                <a:gd name="connsiteY226" fmla="*/ 6148023 h 6858000"/>
                <a:gd name="connsiteX227" fmla="*/ 10705833 w 12191999"/>
                <a:gd name="connsiteY227" fmla="*/ 6162311 h 6858000"/>
                <a:gd name="connsiteX228" fmla="*/ 10758221 w 12191999"/>
                <a:gd name="connsiteY228" fmla="*/ 6173423 h 6858000"/>
                <a:gd name="connsiteX229" fmla="*/ 10818547 w 12191999"/>
                <a:gd name="connsiteY229" fmla="*/ 6181361 h 6858000"/>
                <a:gd name="connsiteX230" fmla="*/ 10886809 w 12191999"/>
                <a:gd name="connsiteY230" fmla="*/ 6182948 h 6858000"/>
                <a:gd name="connsiteX231" fmla="*/ 10955071 w 12191999"/>
                <a:gd name="connsiteY231" fmla="*/ 6181361 h 6858000"/>
                <a:gd name="connsiteX232" fmla="*/ 11015397 w 12191999"/>
                <a:gd name="connsiteY232" fmla="*/ 6173423 h 6858000"/>
                <a:gd name="connsiteX233" fmla="*/ 11067783 w 12191999"/>
                <a:gd name="connsiteY233" fmla="*/ 6162311 h 6858000"/>
                <a:gd name="connsiteX234" fmla="*/ 11113821 w 12191999"/>
                <a:gd name="connsiteY234" fmla="*/ 6148023 h 6858000"/>
                <a:gd name="connsiteX235" fmla="*/ 11155097 w 12191999"/>
                <a:gd name="connsiteY235" fmla="*/ 6132148 h 6858000"/>
                <a:gd name="connsiteX236" fmla="*/ 11191609 w 12191999"/>
                <a:gd name="connsiteY236" fmla="*/ 6113098 h 6858000"/>
                <a:gd name="connsiteX237" fmla="*/ 11229709 w 12191999"/>
                <a:gd name="connsiteY237" fmla="*/ 6094048 h 6858000"/>
                <a:gd name="connsiteX238" fmla="*/ 11267809 w 12191999"/>
                <a:gd name="connsiteY238" fmla="*/ 6074998 h 6858000"/>
                <a:gd name="connsiteX239" fmla="*/ 11304321 w 12191999"/>
                <a:gd name="connsiteY239" fmla="*/ 6059123 h 6858000"/>
                <a:gd name="connsiteX240" fmla="*/ 11345597 w 12191999"/>
                <a:gd name="connsiteY240" fmla="*/ 6043248 h 6858000"/>
                <a:gd name="connsiteX241" fmla="*/ 11391633 w 12191999"/>
                <a:gd name="connsiteY241" fmla="*/ 6027373 h 6858000"/>
                <a:gd name="connsiteX242" fmla="*/ 11444021 w 12191999"/>
                <a:gd name="connsiteY242" fmla="*/ 6016261 h 6858000"/>
                <a:gd name="connsiteX243" fmla="*/ 11504347 w 12191999"/>
                <a:gd name="connsiteY243" fmla="*/ 6009911 h 6858000"/>
                <a:gd name="connsiteX244" fmla="*/ 11572609 w 12191999"/>
                <a:gd name="connsiteY244" fmla="*/ 6006736 h 6858000"/>
                <a:gd name="connsiteX245" fmla="*/ 11640871 w 12191999"/>
                <a:gd name="connsiteY245" fmla="*/ 6009911 h 6858000"/>
                <a:gd name="connsiteX246" fmla="*/ 11701197 w 12191999"/>
                <a:gd name="connsiteY246" fmla="*/ 6016261 h 6858000"/>
                <a:gd name="connsiteX247" fmla="*/ 11753583 w 12191999"/>
                <a:gd name="connsiteY247" fmla="*/ 6027373 h 6858000"/>
                <a:gd name="connsiteX248" fmla="*/ 11799621 w 12191999"/>
                <a:gd name="connsiteY248" fmla="*/ 6043248 h 6858000"/>
                <a:gd name="connsiteX249" fmla="*/ 11840897 w 12191999"/>
                <a:gd name="connsiteY249" fmla="*/ 6059123 h 6858000"/>
                <a:gd name="connsiteX250" fmla="*/ 11877409 w 12191999"/>
                <a:gd name="connsiteY250" fmla="*/ 6074998 h 6858000"/>
                <a:gd name="connsiteX251" fmla="*/ 11915509 w 12191999"/>
                <a:gd name="connsiteY251" fmla="*/ 6094048 h 6858000"/>
                <a:gd name="connsiteX252" fmla="*/ 11953609 w 12191999"/>
                <a:gd name="connsiteY252" fmla="*/ 6113098 h 6858000"/>
                <a:gd name="connsiteX253" fmla="*/ 11990121 w 12191999"/>
                <a:gd name="connsiteY253" fmla="*/ 6132148 h 6858000"/>
                <a:gd name="connsiteX254" fmla="*/ 12031397 w 12191999"/>
                <a:gd name="connsiteY254" fmla="*/ 6148023 h 6858000"/>
                <a:gd name="connsiteX255" fmla="*/ 12077433 w 12191999"/>
                <a:gd name="connsiteY255" fmla="*/ 6162311 h 6858000"/>
                <a:gd name="connsiteX256" fmla="*/ 12129821 w 12191999"/>
                <a:gd name="connsiteY256" fmla="*/ 6173424 h 6858000"/>
                <a:gd name="connsiteX257" fmla="*/ 12190147 w 12191999"/>
                <a:gd name="connsiteY257" fmla="*/ 6181361 h 6858000"/>
                <a:gd name="connsiteX258" fmla="*/ 12191997 w 12191999"/>
                <a:gd name="connsiteY258" fmla="*/ 6181404 h 6858000"/>
                <a:gd name="connsiteX259" fmla="*/ 12191997 w 12191999"/>
                <a:gd name="connsiteY259" fmla="*/ 6858000 h 6858000"/>
                <a:gd name="connsiteX260" fmla="*/ 1 w 12191999"/>
                <a:gd name="connsiteY260" fmla="*/ 6858000 h 6858000"/>
                <a:gd name="connsiteX261" fmla="*/ 1 w 12191999"/>
                <a:gd name="connsiteY261" fmla="*/ 6551875 h 6858000"/>
                <a:gd name="connsiteX262" fmla="*/ 0 w 12191999"/>
                <a:gd name="connsiteY262" fmla="*/ 65518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Lst>
              <a:rect l="l" t="t" r="r" b="b"/>
              <a:pathLst>
                <a:path w="12191999" h="6858000">
                  <a:moveTo>
                    <a:pt x="12191997" y="0"/>
                  </a:moveTo>
                  <a:lnTo>
                    <a:pt x="12191999" y="0"/>
                  </a:lnTo>
                  <a:lnTo>
                    <a:pt x="12191999" y="6181404"/>
                  </a:lnTo>
                  <a:lnTo>
                    <a:pt x="12191997" y="6181404"/>
                  </a:lnTo>
                  <a:close/>
                  <a:moveTo>
                    <a:pt x="0" y="0"/>
                  </a:moveTo>
                  <a:lnTo>
                    <a:pt x="1" y="0"/>
                  </a:lnTo>
                  <a:lnTo>
                    <a:pt x="1" y="6181404"/>
                  </a:lnTo>
                  <a:lnTo>
                    <a:pt x="1853" y="6181361"/>
                  </a:lnTo>
                  <a:lnTo>
                    <a:pt x="62178" y="6173423"/>
                  </a:lnTo>
                  <a:lnTo>
                    <a:pt x="114565" y="6162311"/>
                  </a:lnTo>
                  <a:lnTo>
                    <a:pt x="160603" y="6148023"/>
                  </a:lnTo>
                  <a:lnTo>
                    <a:pt x="201878" y="6132148"/>
                  </a:lnTo>
                  <a:lnTo>
                    <a:pt x="238390" y="6113098"/>
                  </a:lnTo>
                  <a:lnTo>
                    <a:pt x="276490" y="6094048"/>
                  </a:lnTo>
                  <a:lnTo>
                    <a:pt x="314590" y="6074998"/>
                  </a:lnTo>
                  <a:lnTo>
                    <a:pt x="351103" y="6059123"/>
                  </a:lnTo>
                  <a:lnTo>
                    <a:pt x="392378" y="6043248"/>
                  </a:lnTo>
                  <a:lnTo>
                    <a:pt x="438415" y="6027373"/>
                  </a:lnTo>
                  <a:lnTo>
                    <a:pt x="490803" y="6016261"/>
                  </a:lnTo>
                  <a:lnTo>
                    <a:pt x="551128" y="6009911"/>
                  </a:lnTo>
                  <a:lnTo>
                    <a:pt x="619390" y="6006736"/>
                  </a:lnTo>
                  <a:lnTo>
                    <a:pt x="687653" y="6009911"/>
                  </a:lnTo>
                  <a:lnTo>
                    <a:pt x="747978" y="6016261"/>
                  </a:lnTo>
                  <a:lnTo>
                    <a:pt x="800365" y="6027373"/>
                  </a:lnTo>
                  <a:lnTo>
                    <a:pt x="846403" y="6043248"/>
                  </a:lnTo>
                  <a:lnTo>
                    <a:pt x="887678" y="6059123"/>
                  </a:lnTo>
                  <a:lnTo>
                    <a:pt x="924190" y="6074998"/>
                  </a:lnTo>
                  <a:lnTo>
                    <a:pt x="962290" y="6094048"/>
                  </a:lnTo>
                  <a:lnTo>
                    <a:pt x="1000390" y="6113098"/>
                  </a:lnTo>
                  <a:lnTo>
                    <a:pt x="1036903" y="6132148"/>
                  </a:lnTo>
                  <a:lnTo>
                    <a:pt x="1078178" y="6148023"/>
                  </a:lnTo>
                  <a:lnTo>
                    <a:pt x="1124215" y="6162311"/>
                  </a:lnTo>
                  <a:lnTo>
                    <a:pt x="1176603" y="6173423"/>
                  </a:lnTo>
                  <a:lnTo>
                    <a:pt x="1236928" y="6181361"/>
                  </a:lnTo>
                  <a:lnTo>
                    <a:pt x="1305190" y="6182948"/>
                  </a:lnTo>
                  <a:lnTo>
                    <a:pt x="1373453" y="6181361"/>
                  </a:lnTo>
                  <a:lnTo>
                    <a:pt x="1433778" y="6173423"/>
                  </a:lnTo>
                  <a:lnTo>
                    <a:pt x="1486165" y="6162311"/>
                  </a:lnTo>
                  <a:lnTo>
                    <a:pt x="1532203" y="6148023"/>
                  </a:lnTo>
                  <a:lnTo>
                    <a:pt x="1573478" y="6132148"/>
                  </a:lnTo>
                  <a:lnTo>
                    <a:pt x="1609990" y="6113098"/>
                  </a:lnTo>
                  <a:lnTo>
                    <a:pt x="1648090" y="6094048"/>
                  </a:lnTo>
                  <a:lnTo>
                    <a:pt x="1686190" y="6074998"/>
                  </a:lnTo>
                  <a:lnTo>
                    <a:pt x="1722703" y="6059123"/>
                  </a:lnTo>
                  <a:lnTo>
                    <a:pt x="1763978" y="6043248"/>
                  </a:lnTo>
                  <a:lnTo>
                    <a:pt x="1810015" y="6027373"/>
                  </a:lnTo>
                  <a:lnTo>
                    <a:pt x="1862403" y="6016261"/>
                  </a:lnTo>
                  <a:lnTo>
                    <a:pt x="1922728" y="6009911"/>
                  </a:lnTo>
                  <a:lnTo>
                    <a:pt x="1990990" y="6006736"/>
                  </a:lnTo>
                  <a:lnTo>
                    <a:pt x="2059253" y="6009911"/>
                  </a:lnTo>
                  <a:lnTo>
                    <a:pt x="2119578" y="6016261"/>
                  </a:lnTo>
                  <a:lnTo>
                    <a:pt x="2171965" y="6027373"/>
                  </a:lnTo>
                  <a:lnTo>
                    <a:pt x="2218003" y="6043248"/>
                  </a:lnTo>
                  <a:lnTo>
                    <a:pt x="2259278" y="6059123"/>
                  </a:lnTo>
                  <a:lnTo>
                    <a:pt x="2295790" y="6074998"/>
                  </a:lnTo>
                  <a:lnTo>
                    <a:pt x="2333890" y="6094048"/>
                  </a:lnTo>
                  <a:lnTo>
                    <a:pt x="2371990" y="6113098"/>
                  </a:lnTo>
                  <a:lnTo>
                    <a:pt x="2408503" y="6132148"/>
                  </a:lnTo>
                  <a:lnTo>
                    <a:pt x="2449778" y="6148023"/>
                  </a:lnTo>
                  <a:lnTo>
                    <a:pt x="2495815" y="6162311"/>
                  </a:lnTo>
                  <a:lnTo>
                    <a:pt x="2548203" y="6173423"/>
                  </a:lnTo>
                  <a:lnTo>
                    <a:pt x="2608528" y="6181361"/>
                  </a:lnTo>
                  <a:lnTo>
                    <a:pt x="2676790" y="6182948"/>
                  </a:lnTo>
                  <a:lnTo>
                    <a:pt x="2745053" y="6181361"/>
                  </a:lnTo>
                  <a:lnTo>
                    <a:pt x="2805378" y="6173423"/>
                  </a:lnTo>
                  <a:lnTo>
                    <a:pt x="2857765" y="6162311"/>
                  </a:lnTo>
                  <a:lnTo>
                    <a:pt x="2903803" y="6148023"/>
                  </a:lnTo>
                  <a:lnTo>
                    <a:pt x="2945078" y="6132148"/>
                  </a:lnTo>
                  <a:lnTo>
                    <a:pt x="2981590" y="6113098"/>
                  </a:lnTo>
                  <a:lnTo>
                    <a:pt x="3019690" y="6094048"/>
                  </a:lnTo>
                  <a:lnTo>
                    <a:pt x="3057790" y="6074998"/>
                  </a:lnTo>
                  <a:lnTo>
                    <a:pt x="3094303" y="6059123"/>
                  </a:lnTo>
                  <a:lnTo>
                    <a:pt x="3135578" y="6043248"/>
                  </a:lnTo>
                  <a:lnTo>
                    <a:pt x="3181615" y="6027373"/>
                  </a:lnTo>
                  <a:lnTo>
                    <a:pt x="3234003" y="6016261"/>
                  </a:lnTo>
                  <a:lnTo>
                    <a:pt x="3294328" y="6009911"/>
                  </a:lnTo>
                  <a:lnTo>
                    <a:pt x="3361003" y="6006736"/>
                  </a:lnTo>
                  <a:lnTo>
                    <a:pt x="3430853" y="6009911"/>
                  </a:lnTo>
                  <a:lnTo>
                    <a:pt x="3491178" y="6016261"/>
                  </a:lnTo>
                  <a:lnTo>
                    <a:pt x="3543565" y="6027373"/>
                  </a:lnTo>
                  <a:lnTo>
                    <a:pt x="3589603" y="6043248"/>
                  </a:lnTo>
                  <a:lnTo>
                    <a:pt x="3630878" y="6059123"/>
                  </a:lnTo>
                  <a:lnTo>
                    <a:pt x="3667390" y="6074998"/>
                  </a:lnTo>
                  <a:lnTo>
                    <a:pt x="3705490" y="6094048"/>
                  </a:lnTo>
                  <a:lnTo>
                    <a:pt x="3743590" y="6113098"/>
                  </a:lnTo>
                  <a:lnTo>
                    <a:pt x="3780103" y="6132148"/>
                  </a:lnTo>
                  <a:lnTo>
                    <a:pt x="3821378" y="6148023"/>
                  </a:lnTo>
                  <a:lnTo>
                    <a:pt x="3867415" y="6162311"/>
                  </a:lnTo>
                  <a:lnTo>
                    <a:pt x="3919803" y="6173423"/>
                  </a:lnTo>
                  <a:lnTo>
                    <a:pt x="3980128" y="6181361"/>
                  </a:lnTo>
                  <a:lnTo>
                    <a:pt x="4048390" y="6182948"/>
                  </a:lnTo>
                  <a:lnTo>
                    <a:pt x="4116653" y="6181361"/>
                  </a:lnTo>
                  <a:lnTo>
                    <a:pt x="4176978" y="6173423"/>
                  </a:lnTo>
                  <a:lnTo>
                    <a:pt x="4229365" y="6162311"/>
                  </a:lnTo>
                  <a:lnTo>
                    <a:pt x="4275403" y="6148023"/>
                  </a:lnTo>
                  <a:lnTo>
                    <a:pt x="4316678" y="6132148"/>
                  </a:lnTo>
                  <a:lnTo>
                    <a:pt x="4353190" y="6113098"/>
                  </a:lnTo>
                  <a:lnTo>
                    <a:pt x="4429390" y="6074998"/>
                  </a:lnTo>
                  <a:lnTo>
                    <a:pt x="4465903" y="6059123"/>
                  </a:lnTo>
                  <a:lnTo>
                    <a:pt x="4507178" y="6043248"/>
                  </a:lnTo>
                  <a:lnTo>
                    <a:pt x="4553217" y="6027373"/>
                  </a:lnTo>
                  <a:lnTo>
                    <a:pt x="4605603" y="6016261"/>
                  </a:lnTo>
                  <a:lnTo>
                    <a:pt x="4665929" y="6009911"/>
                  </a:lnTo>
                  <a:lnTo>
                    <a:pt x="4734190" y="6006736"/>
                  </a:lnTo>
                  <a:lnTo>
                    <a:pt x="4802454" y="6009911"/>
                  </a:lnTo>
                  <a:lnTo>
                    <a:pt x="4862778" y="6016261"/>
                  </a:lnTo>
                  <a:lnTo>
                    <a:pt x="4915166" y="6027373"/>
                  </a:lnTo>
                  <a:lnTo>
                    <a:pt x="4961203" y="6043248"/>
                  </a:lnTo>
                  <a:lnTo>
                    <a:pt x="5002479" y="6059123"/>
                  </a:lnTo>
                  <a:lnTo>
                    <a:pt x="5038990" y="6074998"/>
                  </a:lnTo>
                  <a:lnTo>
                    <a:pt x="5077092" y="6094048"/>
                  </a:lnTo>
                  <a:lnTo>
                    <a:pt x="5115191" y="6113098"/>
                  </a:lnTo>
                  <a:lnTo>
                    <a:pt x="5151703" y="6132148"/>
                  </a:lnTo>
                  <a:lnTo>
                    <a:pt x="5192979" y="6148023"/>
                  </a:lnTo>
                  <a:lnTo>
                    <a:pt x="5239015" y="6162311"/>
                  </a:lnTo>
                  <a:lnTo>
                    <a:pt x="5291402" y="6173423"/>
                  </a:lnTo>
                  <a:lnTo>
                    <a:pt x="5351728" y="6181361"/>
                  </a:lnTo>
                  <a:lnTo>
                    <a:pt x="5410200" y="6182721"/>
                  </a:lnTo>
                  <a:lnTo>
                    <a:pt x="5468672" y="6181361"/>
                  </a:lnTo>
                  <a:lnTo>
                    <a:pt x="5528997" y="6173423"/>
                  </a:lnTo>
                  <a:lnTo>
                    <a:pt x="5581384" y="6162311"/>
                  </a:lnTo>
                  <a:lnTo>
                    <a:pt x="5627422" y="6148023"/>
                  </a:lnTo>
                  <a:lnTo>
                    <a:pt x="5668697" y="6132148"/>
                  </a:lnTo>
                  <a:lnTo>
                    <a:pt x="5705211" y="6113098"/>
                  </a:lnTo>
                  <a:lnTo>
                    <a:pt x="5743309" y="6094048"/>
                  </a:lnTo>
                  <a:lnTo>
                    <a:pt x="5781409" y="6074998"/>
                  </a:lnTo>
                  <a:lnTo>
                    <a:pt x="5817922" y="6059123"/>
                  </a:lnTo>
                  <a:lnTo>
                    <a:pt x="5859197" y="6043248"/>
                  </a:lnTo>
                  <a:lnTo>
                    <a:pt x="5905235" y="6027373"/>
                  </a:lnTo>
                  <a:lnTo>
                    <a:pt x="5957622" y="6016261"/>
                  </a:lnTo>
                  <a:lnTo>
                    <a:pt x="6017949" y="6009911"/>
                  </a:lnTo>
                  <a:lnTo>
                    <a:pt x="6086211" y="6006736"/>
                  </a:lnTo>
                  <a:lnTo>
                    <a:pt x="6096000" y="6007191"/>
                  </a:lnTo>
                  <a:lnTo>
                    <a:pt x="6105790" y="6006736"/>
                  </a:lnTo>
                  <a:lnTo>
                    <a:pt x="6174053" y="6009911"/>
                  </a:lnTo>
                  <a:lnTo>
                    <a:pt x="6234378" y="6016261"/>
                  </a:lnTo>
                  <a:lnTo>
                    <a:pt x="6286765" y="6027373"/>
                  </a:lnTo>
                  <a:lnTo>
                    <a:pt x="6332803" y="6043248"/>
                  </a:lnTo>
                  <a:lnTo>
                    <a:pt x="6374078" y="6059123"/>
                  </a:lnTo>
                  <a:lnTo>
                    <a:pt x="6410590" y="6074998"/>
                  </a:lnTo>
                  <a:lnTo>
                    <a:pt x="6448690" y="6094048"/>
                  </a:lnTo>
                  <a:lnTo>
                    <a:pt x="6486790" y="6113098"/>
                  </a:lnTo>
                  <a:lnTo>
                    <a:pt x="6523303" y="6132148"/>
                  </a:lnTo>
                  <a:lnTo>
                    <a:pt x="6564578" y="6148023"/>
                  </a:lnTo>
                  <a:lnTo>
                    <a:pt x="6610615" y="6162311"/>
                  </a:lnTo>
                  <a:lnTo>
                    <a:pt x="6663003" y="6173423"/>
                  </a:lnTo>
                  <a:lnTo>
                    <a:pt x="6723328" y="6181361"/>
                  </a:lnTo>
                  <a:lnTo>
                    <a:pt x="6781800" y="6182721"/>
                  </a:lnTo>
                  <a:lnTo>
                    <a:pt x="6840272" y="6181361"/>
                  </a:lnTo>
                  <a:lnTo>
                    <a:pt x="6900597" y="6173423"/>
                  </a:lnTo>
                  <a:lnTo>
                    <a:pt x="6952984" y="6162311"/>
                  </a:lnTo>
                  <a:lnTo>
                    <a:pt x="6999022" y="6148023"/>
                  </a:lnTo>
                  <a:lnTo>
                    <a:pt x="7040297" y="6132148"/>
                  </a:lnTo>
                  <a:lnTo>
                    <a:pt x="7076809" y="6113098"/>
                  </a:lnTo>
                  <a:lnTo>
                    <a:pt x="7114909" y="6094048"/>
                  </a:lnTo>
                  <a:lnTo>
                    <a:pt x="7153009" y="6074998"/>
                  </a:lnTo>
                  <a:lnTo>
                    <a:pt x="7189522" y="6059123"/>
                  </a:lnTo>
                  <a:lnTo>
                    <a:pt x="7230797" y="6043248"/>
                  </a:lnTo>
                  <a:lnTo>
                    <a:pt x="7276834" y="6027373"/>
                  </a:lnTo>
                  <a:lnTo>
                    <a:pt x="7329222" y="6016261"/>
                  </a:lnTo>
                  <a:lnTo>
                    <a:pt x="7389547" y="6009911"/>
                  </a:lnTo>
                  <a:lnTo>
                    <a:pt x="7457809" y="6006736"/>
                  </a:lnTo>
                  <a:lnTo>
                    <a:pt x="7526072" y="6009911"/>
                  </a:lnTo>
                  <a:lnTo>
                    <a:pt x="7586397" y="6016261"/>
                  </a:lnTo>
                  <a:lnTo>
                    <a:pt x="7638784" y="6027373"/>
                  </a:lnTo>
                  <a:lnTo>
                    <a:pt x="7684822" y="6043248"/>
                  </a:lnTo>
                  <a:lnTo>
                    <a:pt x="7726097" y="6059123"/>
                  </a:lnTo>
                  <a:lnTo>
                    <a:pt x="7762609" y="6074998"/>
                  </a:lnTo>
                  <a:lnTo>
                    <a:pt x="7800709" y="6094048"/>
                  </a:lnTo>
                  <a:lnTo>
                    <a:pt x="7838809" y="6113098"/>
                  </a:lnTo>
                  <a:lnTo>
                    <a:pt x="7875322" y="6132148"/>
                  </a:lnTo>
                  <a:lnTo>
                    <a:pt x="7916597" y="6148023"/>
                  </a:lnTo>
                  <a:lnTo>
                    <a:pt x="7962634" y="6162311"/>
                  </a:lnTo>
                  <a:lnTo>
                    <a:pt x="8015022" y="6173423"/>
                  </a:lnTo>
                  <a:lnTo>
                    <a:pt x="8075347" y="6181361"/>
                  </a:lnTo>
                  <a:lnTo>
                    <a:pt x="8143609" y="6182948"/>
                  </a:lnTo>
                  <a:lnTo>
                    <a:pt x="8211872" y="6181361"/>
                  </a:lnTo>
                  <a:lnTo>
                    <a:pt x="8272197" y="6173423"/>
                  </a:lnTo>
                  <a:lnTo>
                    <a:pt x="8324584" y="6162311"/>
                  </a:lnTo>
                  <a:lnTo>
                    <a:pt x="8370622" y="6148023"/>
                  </a:lnTo>
                  <a:lnTo>
                    <a:pt x="8411897" y="6132148"/>
                  </a:lnTo>
                  <a:lnTo>
                    <a:pt x="8448409" y="6113098"/>
                  </a:lnTo>
                  <a:lnTo>
                    <a:pt x="8486509" y="6094048"/>
                  </a:lnTo>
                  <a:lnTo>
                    <a:pt x="8524609" y="6074998"/>
                  </a:lnTo>
                  <a:lnTo>
                    <a:pt x="8561121" y="6059123"/>
                  </a:lnTo>
                  <a:lnTo>
                    <a:pt x="8602397" y="6043248"/>
                  </a:lnTo>
                  <a:lnTo>
                    <a:pt x="8648433" y="6027373"/>
                  </a:lnTo>
                  <a:lnTo>
                    <a:pt x="8700821" y="6016261"/>
                  </a:lnTo>
                  <a:lnTo>
                    <a:pt x="8761147" y="6009911"/>
                  </a:lnTo>
                  <a:lnTo>
                    <a:pt x="8827821" y="6006736"/>
                  </a:lnTo>
                  <a:lnTo>
                    <a:pt x="8897671" y="6009911"/>
                  </a:lnTo>
                  <a:lnTo>
                    <a:pt x="8957997" y="6016261"/>
                  </a:lnTo>
                  <a:lnTo>
                    <a:pt x="9010383" y="6027373"/>
                  </a:lnTo>
                  <a:lnTo>
                    <a:pt x="9056421" y="6043248"/>
                  </a:lnTo>
                  <a:lnTo>
                    <a:pt x="9097697" y="6059123"/>
                  </a:lnTo>
                  <a:lnTo>
                    <a:pt x="9134209" y="6074998"/>
                  </a:lnTo>
                  <a:lnTo>
                    <a:pt x="9172309" y="6094048"/>
                  </a:lnTo>
                  <a:lnTo>
                    <a:pt x="9210409" y="6113098"/>
                  </a:lnTo>
                  <a:lnTo>
                    <a:pt x="9246921" y="6132148"/>
                  </a:lnTo>
                  <a:lnTo>
                    <a:pt x="9288197" y="6148023"/>
                  </a:lnTo>
                  <a:lnTo>
                    <a:pt x="9334233" y="6162311"/>
                  </a:lnTo>
                  <a:lnTo>
                    <a:pt x="9386621" y="6173423"/>
                  </a:lnTo>
                  <a:lnTo>
                    <a:pt x="9446947" y="6181361"/>
                  </a:lnTo>
                  <a:lnTo>
                    <a:pt x="9515209" y="6182948"/>
                  </a:lnTo>
                  <a:lnTo>
                    <a:pt x="9583471" y="6181361"/>
                  </a:lnTo>
                  <a:lnTo>
                    <a:pt x="9643797" y="6173423"/>
                  </a:lnTo>
                  <a:lnTo>
                    <a:pt x="9696183" y="6162311"/>
                  </a:lnTo>
                  <a:lnTo>
                    <a:pt x="9742221" y="6148023"/>
                  </a:lnTo>
                  <a:lnTo>
                    <a:pt x="9783497" y="6132148"/>
                  </a:lnTo>
                  <a:lnTo>
                    <a:pt x="9820009" y="6113098"/>
                  </a:lnTo>
                  <a:lnTo>
                    <a:pt x="9896209" y="6074998"/>
                  </a:lnTo>
                  <a:lnTo>
                    <a:pt x="9932721" y="6059123"/>
                  </a:lnTo>
                  <a:lnTo>
                    <a:pt x="9973997" y="6043248"/>
                  </a:lnTo>
                  <a:lnTo>
                    <a:pt x="10020033" y="6027373"/>
                  </a:lnTo>
                  <a:lnTo>
                    <a:pt x="10072421" y="6016261"/>
                  </a:lnTo>
                  <a:lnTo>
                    <a:pt x="10132747" y="6009911"/>
                  </a:lnTo>
                  <a:lnTo>
                    <a:pt x="10201009" y="6006736"/>
                  </a:lnTo>
                  <a:lnTo>
                    <a:pt x="10269271" y="6009911"/>
                  </a:lnTo>
                  <a:lnTo>
                    <a:pt x="10329597" y="6016261"/>
                  </a:lnTo>
                  <a:lnTo>
                    <a:pt x="10381983" y="6027373"/>
                  </a:lnTo>
                  <a:lnTo>
                    <a:pt x="10428021" y="6043248"/>
                  </a:lnTo>
                  <a:lnTo>
                    <a:pt x="10469297" y="6059123"/>
                  </a:lnTo>
                  <a:lnTo>
                    <a:pt x="10505809" y="6074998"/>
                  </a:lnTo>
                  <a:lnTo>
                    <a:pt x="10543909" y="6094048"/>
                  </a:lnTo>
                  <a:lnTo>
                    <a:pt x="10582009" y="6113098"/>
                  </a:lnTo>
                  <a:lnTo>
                    <a:pt x="10618521" y="6132148"/>
                  </a:lnTo>
                  <a:lnTo>
                    <a:pt x="10659797" y="6148023"/>
                  </a:lnTo>
                  <a:lnTo>
                    <a:pt x="10705833" y="6162311"/>
                  </a:lnTo>
                  <a:lnTo>
                    <a:pt x="10758221" y="6173423"/>
                  </a:lnTo>
                  <a:lnTo>
                    <a:pt x="10818547" y="6181361"/>
                  </a:lnTo>
                  <a:lnTo>
                    <a:pt x="10886809" y="6182948"/>
                  </a:lnTo>
                  <a:lnTo>
                    <a:pt x="10955071" y="6181361"/>
                  </a:lnTo>
                  <a:lnTo>
                    <a:pt x="11015397" y="6173423"/>
                  </a:lnTo>
                  <a:lnTo>
                    <a:pt x="11067783" y="6162311"/>
                  </a:lnTo>
                  <a:lnTo>
                    <a:pt x="11113821" y="6148023"/>
                  </a:lnTo>
                  <a:lnTo>
                    <a:pt x="11155097" y="6132148"/>
                  </a:lnTo>
                  <a:lnTo>
                    <a:pt x="11191609" y="6113098"/>
                  </a:lnTo>
                  <a:lnTo>
                    <a:pt x="11229709" y="6094048"/>
                  </a:lnTo>
                  <a:lnTo>
                    <a:pt x="11267809" y="6074998"/>
                  </a:lnTo>
                  <a:lnTo>
                    <a:pt x="11304321" y="6059123"/>
                  </a:lnTo>
                  <a:lnTo>
                    <a:pt x="11345597" y="6043248"/>
                  </a:lnTo>
                  <a:lnTo>
                    <a:pt x="11391633" y="6027373"/>
                  </a:lnTo>
                  <a:lnTo>
                    <a:pt x="11444021" y="6016261"/>
                  </a:lnTo>
                  <a:lnTo>
                    <a:pt x="11504347" y="6009911"/>
                  </a:lnTo>
                  <a:lnTo>
                    <a:pt x="11572609" y="6006736"/>
                  </a:lnTo>
                  <a:lnTo>
                    <a:pt x="11640871" y="6009911"/>
                  </a:lnTo>
                  <a:lnTo>
                    <a:pt x="11701197" y="6016261"/>
                  </a:lnTo>
                  <a:lnTo>
                    <a:pt x="11753583" y="6027373"/>
                  </a:lnTo>
                  <a:lnTo>
                    <a:pt x="11799621" y="6043248"/>
                  </a:lnTo>
                  <a:lnTo>
                    <a:pt x="11840897" y="6059123"/>
                  </a:lnTo>
                  <a:lnTo>
                    <a:pt x="11877409" y="6074998"/>
                  </a:lnTo>
                  <a:lnTo>
                    <a:pt x="11915509" y="6094048"/>
                  </a:lnTo>
                  <a:lnTo>
                    <a:pt x="11953609" y="6113098"/>
                  </a:lnTo>
                  <a:lnTo>
                    <a:pt x="11990121" y="6132148"/>
                  </a:lnTo>
                  <a:lnTo>
                    <a:pt x="12031397" y="6148023"/>
                  </a:lnTo>
                  <a:lnTo>
                    <a:pt x="12077433" y="6162311"/>
                  </a:lnTo>
                  <a:lnTo>
                    <a:pt x="12129821" y="6173424"/>
                  </a:lnTo>
                  <a:lnTo>
                    <a:pt x="12190147" y="6181361"/>
                  </a:lnTo>
                  <a:lnTo>
                    <a:pt x="12191997" y="6181404"/>
                  </a:lnTo>
                  <a:lnTo>
                    <a:pt x="12191997" y="6858000"/>
                  </a:lnTo>
                  <a:lnTo>
                    <a:pt x="1" y="6858000"/>
                  </a:lnTo>
                  <a:lnTo>
                    <a:pt x="1" y="6551875"/>
                  </a:lnTo>
                  <a:lnTo>
                    <a:pt x="0" y="6551875"/>
                  </a:lnTo>
                  <a:close/>
                </a:path>
              </a:pathLst>
            </a:custGeom>
            <a:solidFill>
              <a:schemeClr val="accent1">
                <a:lumMod val="50000"/>
                <a:alpha val="25000"/>
              </a:schemeClr>
            </a:solidFill>
            <a:ln w="0">
              <a:noFill/>
              <a:prstDash val="solid"/>
              <a:round/>
              <a:headEnd/>
              <a:tailEnd/>
            </a:ln>
          </p:spPr>
          <p:txBody>
            <a:bodyPr wrap="square" rtlCol="0" anchor="ctr">
              <a:noAutofit/>
            </a:bodyPr>
            <a:lstStyle/>
            <a:p>
              <a:pPr algn="ctr" defTabSz="457200"/>
              <a:endParaRPr lang="en-US" dirty="0">
                <a:solidFill>
                  <a:schemeClr val="tx1"/>
                </a:solidFill>
              </a:endParaRPr>
            </a:p>
          </p:txBody>
        </p:sp>
      </p:grpSp>
      <p:sp>
        <p:nvSpPr>
          <p:cNvPr id="2" name="Title 1">
            <a:extLst>
              <a:ext uri="{FF2B5EF4-FFF2-40B4-BE49-F238E27FC236}">
                <a16:creationId xmlns:a16="http://schemas.microsoft.com/office/drawing/2014/main" id="{A0E72E31-EC2E-1145-A5C0-894BB772B43C}"/>
              </a:ext>
            </a:extLst>
          </p:cNvPr>
          <p:cNvSpPr>
            <a:spLocks noGrp="1"/>
          </p:cNvSpPr>
          <p:nvPr>
            <p:ph type="ctrTitle"/>
          </p:nvPr>
        </p:nvSpPr>
        <p:spPr>
          <a:xfrm>
            <a:off x="761996" y="662400"/>
            <a:ext cx="10668004" cy="1113295"/>
          </a:xfrm>
        </p:spPr>
        <p:txBody>
          <a:bodyPr vert="horz" lIns="91440" tIns="45720" rIns="91440" bIns="45720" rtlCol="0" anchor="t">
            <a:normAutofit/>
          </a:bodyPr>
          <a:lstStyle/>
          <a:p>
            <a:pPr algn="l"/>
            <a:br>
              <a:rPr lang="en-US" sz="500" b="1" kern="1200" dirty="0">
                <a:solidFill>
                  <a:schemeClr val="tx1"/>
                </a:solidFill>
                <a:latin typeface="+mj-lt"/>
                <a:ea typeface="+mj-ea"/>
                <a:cs typeface="+mj-cs"/>
              </a:rPr>
            </a:br>
            <a:r>
              <a:rPr lang="en-US" sz="1800" b="1" dirty="0"/>
              <a:t>Credit Card Churn Prediction Model</a:t>
            </a:r>
            <a:br>
              <a:rPr lang="en-US" b="1" dirty="0"/>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submitted:  2021-05-25</a:t>
            </a:r>
          </a:p>
        </p:txBody>
      </p:sp>
      <p:grpSp>
        <p:nvGrpSpPr>
          <p:cNvPr id="4" name="Group 3">
            <a:extLst>
              <a:ext uri="{FF2B5EF4-FFF2-40B4-BE49-F238E27FC236}">
                <a16:creationId xmlns:a16="http://schemas.microsoft.com/office/drawing/2014/main" id="{C5F372CB-A68A-D549-ADAD-D7219798BA40}"/>
              </a:ext>
            </a:extLst>
          </p:cNvPr>
          <p:cNvGrpSpPr>
            <a:grpSpLocks noChangeAspect="1"/>
          </p:cNvGrpSpPr>
          <p:nvPr/>
        </p:nvGrpSpPr>
        <p:grpSpPr>
          <a:xfrm>
            <a:off x="761995" y="2582031"/>
            <a:ext cx="10663241" cy="2606681"/>
            <a:chOff x="536243" y="4342546"/>
            <a:chExt cx="10817556" cy="2363055"/>
          </a:xfrm>
        </p:grpSpPr>
        <p:pic>
          <p:nvPicPr>
            <p:cNvPr id="5" name="Picture 4" descr="Graphical user interface, text, application&#10;&#10;Description automatically generated">
              <a:extLst>
                <a:ext uri="{FF2B5EF4-FFF2-40B4-BE49-F238E27FC236}">
                  <a16:creationId xmlns:a16="http://schemas.microsoft.com/office/drawing/2014/main" id="{A6F9691F-8340-C044-BDC0-6C4F7F8BC132}"/>
                </a:ext>
              </a:extLst>
            </p:cNvPr>
            <p:cNvPicPr>
              <a:picLocks noChangeAspect="1"/>
            </p:cNvPicPr>
            <p:nvPr/>
          </p:nvPicPr>
          <p:blipFill>
            <a:blip r:embed="rId2"/>
            <a:stretch>
              <a:fillRect/>
            </a:stretch>
          </p:blipFill>
          <p:spPr>
            <a:xfrm>
              <a:off x="4784984" y="4342547"/>
              <a:ext cx="6568815" cy="2363054"/>
            </a:xfrm>
            <a:prstGeom prst="rect">
              <a:avLst/>
            </a:prstGeom>
          </p:spPr>
        </p:pic>
        <p:pic>
          <p:nvPicPr>
            <p:cNvPr id="6" name="Picture 5" descr="A picture containing person, person, wall, indoor&#10;&#10;Description automatically generated">
              <a:extLst>
                <a:ext uri="{FF2B5EF4-FFF2-40B4-BE49-F238E27FC236}">
                  <a16:creationId xmlns:a16="http://schemas.microsoft.com/office/drawing/2014/main" id="{A78D7B68-FA01-734B-9435-5112615D166C}"/>
                </a:ext>
              </a:extLst>
            </p:cNvPr>
            <p:cNvPicPr>
              <a:picLocks noChangeAspect="1"/>
            </p:cNvPicPr>
            <p:nvPr/>
          </p:nvPicPr>
          <p:blipFill>
            <a:blip r:embed="rId3"/>
            <a:stretch>
              <a:fillRect/>
            </a:stretch>
          </p:blipFill>
          <p:spPr>
            <a:xfrm>
              <a:off x="536243" y="4342546"/>
              <a:ext cx="4282860" cy="2363054"/>
            </a:xfrm>
            <a:prstGeom prst="rect">
              <a:avLst/>
            </a:prstGeom>
          </p:spPr>
        </p:pic>
      </p:grpSp>
    </p:spTree>
    <p:extLst>
      <p:ext uri="{BB962C8B-B14F-4D97-AF65-F5344CB8AC3E}">
        <p14:creationId xmlns:p14="http://schemas.microsoft.com/office/powerpoint/2010/main" val="1635222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CB2AEB-5552-7341-9A5B-81639D2453F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Objective</a:t>
            </a:r>
          </a:p>
        </p:txBody>
      </p:sp>
      <p:sp>
        <p:nvSpPr>
          <p:cNvPr id="3" name="Content Placeholder 2">
            <a:extLst>
              <a:ext uri="{FF2B5EF4-FFF2-40B4-BE49-F238E27FC236}">
                <a16:creationId xmlns:a16="http://schemas.microsoft.com/office/drawing/2014/main" id="{6053CEAB-4255-CE45-9C64-40BD908BD8E2}"/>
              </a:ext>
            </a:extLst>
          </p:cNvPr>
          <p:cNvSpPr>
            <a:spLocks noGrp="1"/>
          </p:cNvSpPr>
          <p:nvPr>
            <p:ph idx="1"/>
          </p:nvPr>
        </p:nvSpPr>
        <p:spPr>
          <a:xfrm>
            <a:off x="4810259" y="649480"/>
            <a:ext cx="6555347" cy="5546047"/>
          </a:xfrm>
        </p:spPr>
        <p:txBody>
          <a:bodyPr anchor="ctr">
            <a:normAutofit/>
          </a:bodyPr>
          <a:lstStyle/>
          <a:p>
            <a:pPr marL="0" indent="0">
              <a:buNone/>
            </a:pPr>
            <a:endParaRPr lang="en-US" sz="2000" b="1" dirty="0"/>
          </a:p>
          <a:p>
            <a:endParaRPr lang="en-US" sz="2000" dirty="0"/>
          </a:p>
        </p:txBody>
      </p:sp>
      <p:sp>
        <p:nvSpPr>
          <p:cNvPr id="4" name="Rectangle 3">
            <a:extLst>
              <a:ext uri="{FF2B5EF4-FFF2-40B4-BE49-F238E27FC236}">
                <a16:creationId xmlns:a16="http://schemas.microsoft.com/office/drawing/2014/main" id="{AC03593C-3911-2246-8042-8332F969FB9E}"/>
              </a:ext>
            </a:extLst>
          </p:cNvPr>
          <p:cNvSpPr/>
          <p:nvPr/>
        </p:nvSpPr>
        <p:spPr>
          <a:xfrm>
            <a:off x="4905054" y="2280603"/>
            <a:ext cx="6096000" cy="2585323"/>
          </a:xfrm>
          <a:prstGeom prst="rect">
            <a:avLst/>
          </a:prstGeom>
        </p:spPr>
        <p:txBody>
          <a:bodyPr>
            <a:spAutoFit/>
          </a:bodyPr>
          <a:lstStyle/>
          <a:p>
            <a:pPr>
              <a:buFont typeface="+mj-lt"/>
              <a:buAutoNum type="arabicPeriod"/>
            </a:pPr>
            <a:r>
              <a:rPr lang="en-US" dirty="0">
                <a:latin typeface="-apple-system"/>
              </a:rPr>
              <a:t> Explore and visualize the dataset.</a:t>
            </a:r>
          </a:p>
          <a:p>
            <a:pPr>
              <a:buFont typeface="+mj-lt"/>
              <a:buAutoNum type="arabicPeriod"/>
            </a:pPr>
            <a:endParaRPr lang="en-US" dirty="0">
              <a:latin typeface="-apple-system"/>
            </a:endParaRPr>
          </a:p>
          <a:p>
            <a:pPr>
              <a:buFont typeface="+mj-lt"/>
              <a:buAutoNum type="arabicPeriod"/>
            </a:pPr>
            <a:r>
              <a:rPr lang="en-US" dirty="0">
                <a:latin typeface="-apple-system"/>
              </a:rPr>
              <a:t> Build a classification model to predict if the customer is going to churn or not</a:t>
            </a:r>
          </a:p>
          <a:p>
            <a:pPr>
              <a:buFont typeface="+mj-lt"/>
              <a:buAutoNum type="arabicPeriod"/>
            </a:pPr>
            <a:endParaRPr lang="en-US" dirty="0">
              <a:latin typeface="-apple-system"/>
            </a:endParaRPr>
          </a:p>
          <a:p>
            <a:pPr>
              <a:buFont typeface="+mj-lt"/>
              <a:buAutoNum type="arabicPeriod"/>
            </a:pPr>
            <a:r>
              <a:rPr lang="en-US" dirty="0">
                <a:latin typeface="-apple-system"/>
              </a:rPr>
              <a:t> Optimize the model using appropriate techniques</a:t>
            </a:r>
          </a:p>
          <a:p>
            <a:endParaRPr lang="en-US" dirty="0">
              <a:latin typeface="-apple-system"/>
            </a:endParaRPr>
          </a:p>
          <a:p>
            <a:r>
              <a:rPr lang="en-US" dirty="0">
                <a:latin typeface="-apple-system"/>
              </a:rPr>
              <a:t>4. Generate a set of insights and recommendations that will help the bank</a:t>
            </a:r>
            <a:endParaRPr lang="en-US" b="0" i="0" u="none" strike="noStrike" dirty="0">
              <a:effectLst/>
              <a:latin typeface="-apple-system"/>
            </a:endParaRPr>
          </a:p>
        </p:txBody>
      </p:sp>
    </p:spTree>
    <p:extLst>
      <p:ext uri="{BB962C8B-B14F-4D97-AF65-F5344CB8AC3E}">
        <p14:creationId xmlns:p14="http://schemas.microsoft.com/office/powerpoint/2010/main" val="415460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18">
            <a:extLst>
              <a:ext uri="{FF2B5EF4-FFF2-40B4-BE49-F238E27FC236}">
                <a16:creationId xmlns:a16="http://schemas.microsoft.com/office/drawing/2014/main" id="{D9415849-EBF1-4872-BB32-ED3F9CFE2D02}"/>
              </a:ext>
            </a:extLst>
          </p:cNvPr>
          <p:cNvPicPr>
            <a:picLocks noChangeAspect="1"/>
          </p:cNvPicPr>
          <p:nvPr/>
        </p:nvPicPr>
        <p:blipFill rotWithShape="1">
          <a:blip r:embed="rId2">
            <a:alphaModFix amt="35000"/>
          </a:blip>
          <a:srcRect b="12791"/>
          <a:stretch/>
        </p:blipFill>
        <p:spPr>
          <a:xfrm>
            <a:off x="20" y="10"/>
            <a:ext cx="12191980" cy="6857990"/>
          </a:xfrm>
          <a:prstGeom prst="rect">
            <a:avLst/>
          </a:prstGeom>
        </p:spPr>
      </p:pic>
      <p:sp>
        <p:nvSpPr>
          <p:cNvPr id="2" name="Title 1">
            <a:extLst>
              <a:ext uri="{FF2B5EF4-FFF2-40B4-BE49-F238E27FC236}">
                <a16:creationId xmlns:a16="http://schemas.microsoft.com/office/drawing/2014/main" id="{08B33879-3E6B-764C-B19B-D47B5F70A387}"/>
              </a:ext>
            </a:extLst>
          </p:cNvPr>
          <p:cNvSpPr>
            <a:spLocks noGrp="1"/>
          </p:cNvSpPr>
          <p:nvPr>
            <p:ph type="title"/>
          </p:nvPr>
        </p:nvSpPr>
        <p:spPr>
          <a:xfrm>
            <a:off x="838200" y="365125"/>
            <a:ext cx="10515600" cy="1325563"/>
          </a:xfrm>
        </p:spPr>
        <p:txBody>
          <a:bodyPr>
            <a:normAutofit/>
          </a:bodyPr>
          <a:lstStyle/>
          <a:p>
            <a:r>
              <a:rPr lang="en-US">
                <a:solidFill>
                  <a:srgbClr val="FFFFFF"/>
                </a:solidFill>
              </a:rPr>
              <a:t>Background</a:t>
            </a:r>
          </a:p>
        </p:txBody>
      </p:sp>
      <p:graphicFrame>
        <p:nvGraphicFramePr>
          <p:cNvPr id="5" name="Content Placeholder 2">
            <a:extLst>
              <a:ext uri="{FF2B5EF4-FFF2-40B4-BE49-F238E27FC236}">
                <a16:creationId xmlns:a16="http://schemas.microsoft.com/office/drawing/2014/main" id="{44C351FD-7DDE-44FB-9586-FA036D39412B}"/>
              </a:ext>
            </a:extLst>
          </p:cNvPr>
          <p:cNvGraphicFramePr>
            <a:graphicFrameLocks noGrp="1"/>
          </p:cNvGraphicFramePr>
          <p:nvPr>
            <p:ph idx="1"/>
            <p:extLst>
              <p:ext uri="{D42A27DB-BD31-4B8C-83A1-F6EECF244321}">
                <p14:modId xmlns:p14="http://schemas.microsoft.com/office/powerpoint/2010/main" val="30695996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299823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A9E0E1-A59B-954A-870B-13B5649AED9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Features: Customer Details</a:t>
            </a:r>
          </a:p>
        </p:txBody>
      </p:sp>
      <p:sp>
        <p:nvSpPr>
          <p:cNvPr id="6" name="Rectangle 5">
            <a:extLst>
              <a:ext uri="{FF2B5EF4-FFF2-40B4-BE49-F238E27FC236}">
                <a16:creationId xmlns:a16="http://schemas.microsoft.com/office/drawing/2014/main" id="{9E084BD8-C600-6544-86C9-FF2F6717CF90}"/>
              </a:ext>
            </a:extLst>
          </p:cNvPr>
          <p:cNvSpPr/>
          <p:nvPr/>
        </p:nvSpPr>
        <p:spPr>
          <a:xfrm>
            <a:off x="114300" y="1507536"/>
            <a:ext cx="5576454" cy="4247317"/>
          </a:xfrm>
          <a:prstGeom prst="rect">
            <a:avLst/>
          </a:prstGeom>
        </p:spPr>
        <p:txBody>
          <a:bodyPr wrap="square">
            <a:spAutoFit/>
          </a:bodyPr>
          <a:lstStyle/>
          <a:p>
            <a:pPr>
              <a:buFont typeface="Arial" panose="020B0604020202020204" pitchFamily="34" charset="0"/>
              <a:buChar char="•"/>
            </a:pPr>
            <a:r>
              <a:rPr lang="en-US" dirty="0"/>
              <a:t>Data </a:t>
            </a:r>
            <a:r>
              <a:rPr lang="en-US" dirty="0" err="1"/>
              <a:t>Dictionary</a:t>
            </a:r>
            <a:r>
              <a:rPr lang="en-US" dirty="0" err="1">
                <a:latin typeface="-apple-system"/>
              </a:rPr>
              <a:t>CLIENTNUM</a:t>
            </a:r>
            <a:r>
              <a:rPr lang="en-US" dirty="0">
                <a:latin typeface="-apple-system"/>
              </a:rPr>
              <a:t>: Client number. Unique identifier for the customer holding the account </a:t>
            </a:r>
          </a:p>
          <a:p>
            <a:pPr>
              <a:buFont typeface="Arial" panose="020B0604020202020204" pitchFamily="34" charset="0"/>
              <a:buChar char="•"/>
            </a:pPr>
            <a:r>
              <a:rPr lang="en-US" dirty="0" err="1">
                <a:latin typeface="-apple-system"/>
              </a:rPr>
              <a:t>Attrition_Flag</a:t>
            </a:r>
            <a:r>
              <a:rPr lang="en-US" dirty="0">
                <a:latin typeface="-apple-system"/>
              </a:rPr>
              <a:t>: Internal event (customer activity) variable - if the account is closed then 1 else 0 [PREDICTOR VARIABLE]</a:t>
            </a:r>
          </a:p>
          <a:p>
            <a:pPr>
              <a:buFont typeface="Arial" panose="020B0604020202020204" pitchFamily="34" charset="0"/>
              <a:buChar char="•"/>
            </a:pPr>
            <a:r>
              <a:rPr lang="en-US" dirty="0" err="1">
                <a:latin typeface="-apple-system"/>
              </a:rPr>
              <a:t>Customer_Age</a:t>
            </a:r>
            <a:r>
              <a:rPr lang="en-US" dirty="0">
                <a:latin typeface="-apple-system"/>
              </a:rPr>
              <a:t>: Age in Years</a:t>
            </a:r>
          </a:p>
          <a:p>
            <a:pPr>
              <a:buFont typeface="Arial" panose="020B0604020202020204" pitchFamily="34" charset="0"/>
              <a:buChar char="•"/>
            </a:pPr>
            <a:r>
              <a:rPr lang="en-US" dirty="0">
                <a:latin typeface="-apple-system"/>
              </a:rPr>
              <a:t>Gender: Gender of the account holder</a:t>
            </a:r>
          </a:p>
          <a:p>
            <a:pPr>
              <a:buFont typeface="Arial" panose="020B0604020202020204" pitchFamily="34" charset="0"/>
              <a:buChar char="•"/>
            </a:pPr>
            <a:r>
              <a:rPr lang="en-US" dirty="0" err="1">
                <a:latin typeface="-apple-system"/>
              </a:rPr>
              <a:t>Dependent_count</a:t>
            </a:r>
            <a:r>
              <a:rPr lang="en-US" dirty="0">
                <a:latin typeface="-apple-system"/>
              </a:rPr>
              <a:t>: Number of dependents </a:t>
            </a:r>
          </a:p>
          <a:p>
            <a:pPr>
              <a:buFont typeface="Arial" panose="020B0604020202020204" pitchFamily="34" charset="0"/>
              <a:buChar char="•"/>
            </a:pPr>
            <a:r>
              <a:rPr lang="en-US" dirty="0" err="1">
                <a:latin typeface="-apple-system"/>
              </a:rPr>
              <a:t>Education_Level</a:t>
            </a:r>
            <a:r>
              <a:rPr lang="en-US" dirty="0">
                <a:latin typeface="-apple-system"/>
              </a:rPr>
              <a:t>: Educational Qualification of the account holder </a:t>
            </a:r>
          </a:p>
          <a:p>
            <a:pPr>
              <a:buFont typeface="Arial" panose="020B0604020202020204" pitchFamily="34" charset="0"/>
              <a:buChar char="•"/>
            </a:pPr>
            <a:r>
              <a:rPr lang="en-US" dirty="0" err="1">
                <a:latin typeface="-apple-system"/>
              </a:rPr>
              <a:t>Marital_Status</a:t>
            </a:r>
            <a:r>
              <a:rPr lang="en-US" dirty="0">
                <a:latin typeface="-apple-system"/>
              </a:rPr>
              <a:t>: Marital Status of the account holder</a:t>
            </a:r>
          </a:p>
          <a:p>
            <a:pPr>
              <a:buFont typeface="Arial" panose="020B0604020202020204" pitchFamily="34" charset="0"/>
              <a:buChar char="•"/>
            </a:pPr>
            <a:r>
              <a:rPr lang="en-US" dirty="0" err="1">
                <a:latin typeface="-apple-system"/>
              </a:rPr>
              <a:t>Income_Category</a:t>
            </a:r>
            <a:r>
              <a:rPr lang="en-US" dirty="0">
                <a:latin typeface="-apple-system"/>
              </a:rPr>
              <a:t>: Annual Income Category of the account holder</a:t>
            </a:r>
          </a:p>
          <a:p>
            <a:pPr>
              <a:buFont typeface="Arial" panose="020B0604020202020204" pitchFamily="34" charset="0"/>
              <a:buChar char="•"/>
            </a:pPr>
            <a:r>
              <a:rPr lang="en-US" dirty="0" err="1">
                <a:latin typeface="-apple-system"/>
              </a:rPr>
              <a:t>Card_Category</a:t>
            </a:r>
            <a:r>
              <a:rPr lang="en-US" dirty="0">
                <a:latin typeface="-apple-system"/>
              </a:rPr>
              <a:t>: Type of Card</a:t>
            </a:r>
          </a:p>
          <a:p>
            <a:pPr>
              <a:buFont typeface="Arial" panose="020B0604020202020204" pitchFamily="34" charset="0"/>
              <a:buChar char="•"/>
            </a:pPr>
            <a:r>
              <a:rPr lang="en-US" dirty="0" err="1">
                <a:latin typeface="-apple-system"/>
              </a:rPr>
              <a:t>Months_on_book</a:t>
            </a:r>
            <a:r>
              <a:rPr lang="en-US" dirty="0">
                <a:latin typeface="-apple-system"/>
              </a:rPr>
              <a:t>: Period of relationship with the bank</a:t>
            </a:r>
          </a:p>
        </p:txBody>
      </p:sp>
      <p:sp>
        <p:nvSpPr>
          <p:cNvPr id="7" name="Rectangle 6">
            <a:extLst>
              <a:ext uri="{FF2B5EF4-FFF2-40B4-BE49-F238E27FC236}">
                <a16:creationId xmlns:a16="http://schemas.microsoft.com/office/drawing/2014/main" id="{95D77D02-FBCE-BC46-B002-561ED76CDB69}"/>
              </a:ext>
            </a:extLst>
          </p:cNvPr>
          <p:cNvSpPr/>
          <p:nvPr/>
        </p:nvSpPr>
        <p:spPr>
          <a:xfrm>
            <a:off x="6051839" y="1414562"/>
            <a:ext cx="6096000" cy="5078313"/>
          </a:xfrm>
          <a:prstGeom prst="rect">
            <a:avLst/>
          </a:prstGeom>
        </p:spPr>
        <p:txBody>
          <a:bodyPr>
            <a:spAutoFit/>
          </a:bodyPr>
          <a:lstStyle/>
          <a:p>
            <a:pPr>
              <a:buFont typeface="Arial" panose="020B0604020202020204" pitchFamily="34" charset="0"/>
              <a:buChar char="•"/>
            </a:pPr>
            <a:r>
              <a:rPr lang="en-US" dirty="0" err="1">
                <a:latin typeface="-apple-system"/>
              </a:rPr>
              <a:t>Total_Relationship_Count</a:t>
            </a:r>
            <a:r>
              <a:rPr lang="en-US" dirty="0">
                <a:latin typeface="-apple-system"/>
              </a:rPr>
              <a:t>: Total no. of products held by the customer</a:t>
            </a:r>
          </a:p>
          <a:p>
            <a:pPr>
              <a:buFont typeface="Arial" panose="020B0604020202020204" pitchFamily="34" charset="0"/>
              <a:buChar char="•"/>
            </a:pPr>
            <a:r>
              <a:rPr lang="en-US" dirty="0">
                <a:latin typeface="-apple-system"/>
              </a:rPr>
              <a:t>Months_Inactive_12_mon: No. of months inactive in the last 12 months</a:t>
            </a:r>
          </a:p>
          <a:p>
            <a:pPr>
              <a:buFont typeface="Arial" panose="020B0604020202020204" pitchFamily="34" charset="0"/>
              <a:buChar char="•"/>
            </a:pPr>
            <a:r>
              <a:rPr lang="en-US" dirty="0">
                <a:latin typeface="-apple-system"/>
              </a:rPr>
              <a:t>Contacts_Count_12_mon: No. of Contacts in the last 12 months</a:t>
            </a:r>
          </a:p>
          <a:p>
            <a:pPr>
              <a:buFont typeface="Arial" panose="020B0604020202020204" pitchFamily="34" charset="0"/>
              <a:buChar char="•"/>
            </a:pPr>
            <a:r>
              <a:rPr lang="en-US" dirty="0" err="1">
                <a:latin typeface="-apple-system"/>
              </a:rPr>
              <a:t>Credit_Limit</a:t>
            </a:r>
            <a:r>
              <a:rPr lang="en-US" dirty="0">
                <a:latin typeface="-apple-system"/>
              </a:rPr>
              <a:t>: Credit Limit on the Credit Card</a:t>
            </a:r>
          </a:p>
          <a:p>
            <a:pPr>
              <a:buFont typeface="Arial" panose="020B0604020202020204" pitchFamily="34" charset="0"/>
              <a:buChar char="•"/>
            </a:pPr>
            <a:r>
              <a:rPr lang="en-US" dirty="0" err="1">
                <a:latin typeface="-apple-system"/>
              </a:rPr>
              <a:t>Total_Revolving_Bal</a:t>
            </a:r>
            <a:r>
              <a:rPr lang="en-US" dirty="0">
                <a:latin typeface="-apple-system"/>
              </a:rPr>
              <a:t>: Total Revolving Balance on the Credit Card</a:t>
            </a:r>
          </a:p>
          <a:p>
            <a:pPr>
              <a:buFont typeface="Arial" panose="020B0604020202020204" pitchFamily="34" charset="0"/>
              <a:buChar char="•"/>
            </a:pPr>
            <a:r>
              <a:rPr lang="en-US" dirty="0" err="1">
                <a:latin typeface="-apple-system"/>
              </a:rPr>
              <a:t>Avg_Open_To_Buy</a:t>
            </a:r>
            <a:r>
              <a:rPr lang="en-US" dirty="0">
                <a:latin typeface="-apple-system"/>
              </a:rPr>
              <a:t>: Open to Buy Credit Line (Average of last 12 months)</a:t>
            </a:r>
          </a:p>
          <a:p>
            <a:pPr>
              <a:buFont typeface="Arial" panose="020B0604020202020204" pitchFamily="34" charset="0"/>
              <a:buChar char="•"/>
            </a:pPr>
            <a:r>
              <a:rPr lang="en-US" dirty="0">
                <a:latin typeface="-apple-system"/>
              </a:rPr>
              <a:t>Total_Amt_Chng_Q4_Q1: Change in Transaction Amount (Q4 over Q1)</a:t>
            </a:r>
          </a:p>
          <a:p>
            <a:pPr>
              <a:buFont typeface="Arial" panose="020B0604020202020204" pitchFamily="34" charset="0"/>
              <a:buChar char="•"/>
            </a:pPr>
            <a:r>
              <a:rPr lang="en-US" dirty="0" err="1">
                <a:latin typeface="-apple-system"/>
              </a:rPr>
              <a:t>Total_Trans_Amt</a:t>
            </a:r>
            <a:r>
              <a:rPr lang="en-US" dirty="0">
                <a:latin typeface="-apple-system"/>
              </a:rPr>
              <a:t>: Total Transaction Amount (Last 12 months)</a:t>
            </a:r>
          </a:p>
          <a:p>
            <a:pPr>
              <a:buFont typeface="Arial" panose="020B0604020202020204" pitchFamily="34" charset="0"/>
              <a:buChar char="•"/>
            </a:pPr>
            <a:r>
              <a:rPr lang="en-US" dirty="0" err="1">
                <a:latin typeface="-apple-system"/>
              </a:rPr>
              <a:t>Total_Trans_Ct</a:t>
            </a:r>
            <a:r>
              <a:rPr lang="en-US" dirty="0">
                <a:latin typeface="-apple-system"/>
              </a:rPr>
              <a:t>: Total Transaction Count (Last 12 months)</a:t>
            </a:r>
          </a:p>
          <a:p>
            <a:pPr>
              <a:buFont typeface="Arial" panose="020B0604020202020204" pitchFamily="34" charset="0"/>
              <a:buChar char="•"/>
            </a:pPr>
            <a:r>
              <a:rPr lang="en-US" dirty="0">
                <a:latin typeface="-apple-system"/>
              </a:rPr>
              <a:t>Total_Ct_Chng_Q4_Q1: Change in Transaction Count (Q4 over Q1)</a:t>
            </a:r>
          </a:p>
          <a:p>
            <a:pPr>
              <a:buFont typeface="Arial" panose="020B0604020202020204" pitchFamily="34" charset="0"/>
              <a:buChar char="•"/>
            </a:pPr>
            <a:r>
              <a:rPr lang="en-US" dirty="0" err="1">
                <a:latin typeface="-apple-system"/>
              </a:rPr>
              <a:t>Avg_Utilization_Ratio</a:t>
            </a:r>
            <a:r>
              <a:rPr lang="en-US" dirty="0">
                <a:latin typeface="-apple-system"/>
              </a:rPr>
              <a:t>: Average Card Utilization Ratio</a:t>
            </a:r>
          </a:p>
        </p:txBody>
      </p:sp>
    </p:spTree>
    <p:extLst>
      <p:ext uri="{BB962C8B-B14F-4D97-AF65-F5344CB8AC3E}">
        <p14:creationId xmlns:p14="http://schemas.microsoft.com/office/powerpoint/2010/main" val="327978222"/>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05494DE-B078-4D87-BB01-C8432061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A0576B0-CD8C-4661-95C8-A9F2CE7CD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4724288" cy="6861324"/>
          </a:xfrm>
          <a:prstGeom prst="rect">
            <a:avLst/>
          </a:prstGeom>
          <a:solidFill>
            <a:srgbClr val="000000">
              <a:alpha val="8039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3FF60E2B-3919-423C-B1FF-56CDE6681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1904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rgbClr val="00000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D39ABEC-D20F-114F-947D-841014E63718}"/>
              </a:ext>
            </a:extLst>
          </p:cNvPr>
          <p:cNvSpPr>
            <a:spLocks noGrp="1"/>
          </p:cNvSpPr>
          <p:nvPr>
            <p:ph type="title"/>
          </p:nvPr>
        </p:nvSpPr>
        <p:spPr>
          <a:xfrm>
            <a:off x="804672" y="1122363"/>
            <a:ext cx="3308130" cy="2387600"/>
          </a:xfrm>
        </p:spPr>
        <p:txBody>
          <a:bodyPr vert="horz" lIns="91440" tIns="45720" rIns="91440" bIns="45720" rtlCol="0" anchor="b">
            <a:normAutofit/>
          </a:bodyPr>
          <a:lstStyle/>
          <a:p>
            <a:r>
              <a:rPr lang="en-US" sz="5400" kern="1200" dirty="0">
                <a:solidFill>
                  <a:srgbClr val="FFFFFF"/>
                </a:solidFill>
                <a:latin typeface="+mj-lt"/>
                <a:ea typeface="+mj-ea"/>
                <a:cs typeface="+mj-cs"/>
              </a:rPr>
              <a:t>Focal Ar</a:t>
            </a:r>
            <a:r>
              <a:rPr lang="en-US" sz="5400" dirty="0">
                <a:solidFill>
                  <a:srgbClr val="FFFFFF"/>
                </a:solidFill>
              </a:rPr>
              <a:t>eas to Avoid Attrition</a:t>
            </a:r>
            <a:endParaRPr lang="en-US" sz="5400" kern="1200" dirty="0">
              <a:solidFill>
                <a:srgbClr val="FFFFFF"/>
              </a:solidFill>
              <a:latin typeface="+mj-lt"/>
              <a:ea typeface="+mj-ea"/>
              <a:cs typeface="+mj-cs"/>
            </a:endParaRPr>
          </a:p>
        </p:txBody>
      </p:sp>
      <p:pic>
        <p:nvPicPr>
          <p:cNvPr id="2050" name="Picture 2" descr="Customer Cartoon Png - Consumer Perception Png PNG Image | Transparent PNG  Free Download on SeekPNG">
            <a:extLst>
              <a:ext uri="{FF2B5EF4-FFF2-40B4-BE49-F238E27FC236}">
                <a16:creationId xmlns:a16="http://schemas.microsoft.com/office/drawing/2014/main" id="{52E162D8-3262-4B4A-B6BE-98DD7A36B8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20996" y="1295739"/>
            <a:ext cx="6274296" cy="4266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810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Freeform: Shape 8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D39ABEC-D20F-114F-947D-841014E6371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Feature Importance</a:t>
            </a:r>
          </a:p>
        </p:txBody>
      </p:sp>
      <p:pic>
        <p:nvPicPr>
          <p:cNvPr id="1026" name="Picture 2">
            <a:extLst>
              <a:ext uri="{FF2B5EF4-FFF2-40B4-BE49-F238E27FC236}">
                <a16:creationId xmlns:a16="http://schemas.microsoft.com/office/drawing/2014/main" id="{0CAAB568-3F43-6F4A-B649-55FE40DE83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5126" y="661852"/>
            <a:ext cx="6680350" cy="5533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300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51DB0890-CDBE-E14E-8970-ED735F417DE4}"/>
              </a:ext>
            </a:extLst>
          </p:cNvPr>
          <p:cNvPicPr>
            <a:picLocks noChangeAspect="1"/>
          </p:cNvPicPr>
          <p:nvPr/>
        </p:nvPicPr>
        <p:blipFill>
          <a:blip r:embed="rId2"/>
          <a:stretch>
            <a:fillRect/>
          </a:stretch>
        </p:blipFill>
        <p:spPr>
          <a:xfrm>
            <a:off x="2377440" y="368300"/>
            <a:ext cx="9658018" cy="6121400"/>
          </a:xfrm>
          <a:prstGeom prst="rect">
            <a:avLst/>
          </a:prstGeom>
        </p:spPr>
      </p:pic>
      <p:sp>
        <p:nvSpPr>
          <p:cNvPr id="3" name="TextBox 2">
            <a:extLst>
              <a:ext uri="{FF2B5EF4-FFF2-40B4-BE49-F238E27FC236}">
                <a16:creationId xmlns:a16="http://schemas.microsoft.com/office/drawing/2014/main" id="{3B47E5D2-7E5D-1A45-9C3F-0DA5B25530AC}"/>
              </a:ext>
            </a:extLst>
          </p:cNvPr>
          <p:cNvSpPr txBox="1"/>
          <p:nvPr/>
        </p:nvSpPr>
        <p:spPr>
          <a:xfrm>
            <a:off x="0" y="2784455"/>
            <a:ext cx="1788044" cy="1754326"/>
          </a:xfrm>
          <a:prstGeom prst="rect">
            <a:avLst/>
          </a:prstGeom>
          <a:noFill/>
        </p:spPr>
        <p:txBody>
          <a:bodyPr wrap="square" rtlCol="0">
            <a:spAutoFit/>
          </a:bodyPr>
          <a:lstStyle/>
          <a:p>
            <a:r>
              <a:rPr lang="en-US" sz="3600" dirty="0">
                <a:solidFill>
                  <a:schemeClr val="bg1"/>
                </a:solidFill>
              </a:rPr>
              <a:t>Business</a:t>
            </a:r>
          </a:p>
          <a:p>
            <a:r>
              <a:rPr lang="en-US" sz="3600" dirty="0">
                <a:solidFill>
                  <a:schemeClr val="bg1"/>
                </a:solidFill>
              </a:rPr>
              <a:t> Insights</a:t>
            </a:r>
          </a:p>
          <a:p>
            <a:endParaRPr lang="en-US" sz="3600" dirty="0">
              <a:solidFill>
                <a:schemeClr val="bg1"/>
              </a:solidFill>
            </a:endParaRPr>
          </a:p>
        </p:txBody>
      </p:sp>
    </p:spTree>
    <p:extLst>
      <p:ext uri="{BB962C8B-B14F-4D97-AF65-F5344CB8AC3E}">
        <p14:creationId xmlns:p14="http://schemas.microsoft.com/office/powerpoint/2010/main" val="2878202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2E31-EC2E-1145-A5C0-894BB772B43C}"/>
              </a:ext>
            </a:extLst>
          </p:cNvPr>
          <p:cNvSpPr>
            <a:spLocks noGrp="1"/>
          </p:cNvSpPr>
          <p:nvPr>
            <p:ph type="ctrTitle"/>
          </p:nvPr>
        </p:nvSpPr>
        <p:spPr>
          <a:xfrm>
            <a:off x="761996" y="662400"/>
            <a:ext cx="10668004" cy="1113295"/>
          </a:xfrm>
        </p:spPr>
        <p:txBody>
          <a:bodyPr vert="horz" lIns="91440" tIns="45720" rIns="91440" bIns="45720" rtlCol="0" anchor="t">
            <a:normAutofit/>
          </a:bodyPr>
          <a:lstStyle/>
          <a:p>
            <a:pPr algn="l"/>
            <a:br>
              <a:rPr lang="en-US" sz="500" b="1" kern="1200" dirty="0">
                <a:solidFill>
                  <a:schemeClr val="tx1"/>
                </a:solidFill>
                <a:latin typeface="+mj-lt"/>
                <a:ea typeface="+mj-ea"/>
                <a:cs typeface="+mj-cs"/>
              </a:rPr>
            </a:br>
            <a:r>
              <a:rPr lang="en-US" sz="1800" b="1" dirty="0"/>
              <a:t>Credit Card Churn Prediction Model</a:t>
            </a:r>
            <a:br>
              <a:rPr lang="en-US" b="1" dirty="0"/>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submitted:  2021-05-25</a:t>
            </a:r>
          </a:p>
        </p:txBody>
      </p:sp>
      <p:grpSp>
        <p:nvGrpSpPr>
          <p:cNvPr id="4" name="Group 3">
            <a:extLst>
              <a:ext uri="{FF2B5EF4-FFF2-40B4-BE49-F238E27FC236}">
                <a16:creationId xmlns:a16="http://schemas.microsoft.com/office/drawing/2014/main" id="{C5F372CB-A68A-D549-ADAD-D7219798BA40}"/>
              </a:ext>
            </a:extLst>
          </p:cNvPr>
          <p:cNvGrpSpPr>
            <a:grpSpLocks noChangeAspect="1"/>
          </p:cNvGrpSpPr>
          <p:nvPr/>
        </p:nvGrpSpPr>
        <p:grpSpPr>
          <a:xfrm>
            <a:off x="761995" y="2582031"/>
            <a:ext cx="10663241" cy="2606681"/>
            <a:chOff x="536243" y="4342546"/>
            <a:chExt cx="10817556" cy="2363055"/>
          </a:xfrm>
        </p:grpSpPr>
        <p:pic>
          <p:nvPicPr>
            <p:cNvPr id="5" name="Picture 4" descr="Graphical user interface, text, application&#10;&#10;Description automatically generated">
              <a:extLst>
                <a:ext uri="{FF2B5EF4-FFF2-40B4-BE49-F238E27FC236}">
                  <a16:creationId xmlns:a16="http://schemas.microsoft.com/office/drawing/2014/main" id="{A6F9691F-8340-C044-BDC0-6C4F7F8BC132}"/>
                </a:ext>
              </a:extLst>
            </p:cNvPr>
            <p:cNvPicPr>
              <a:picLocks noChangeAspect="1"/>
            </p:cNvPicPr>
            <p:nvPr/>
          </p:nvPicPr>
          <p:blipFill>
            <a:blip r:embed="rId2"/>
            <a:stretch>
              <a:fillRect/>
            </a:stretch>
          </p:blipFill>
          <p:spPr>
            <a:xfrm>
              <a:off x="4784984" y="4342547"/>
              <a:ext cx="6568815" cy="2363054"/>
            </a:xfrm>
            <a:prstGeom prst="rect">
              <a:avLst/>
            </a:prstGeom>
          </p:spPr>
        </p:pic>
        <p:pic>
          <p:nvPicPr>
            <p:cNvPr id="6" name="Picture 5" descr="A picture containing person, person, wall, indoor&#10;&#10;Description automatically generated">
              <a:extLst>
                <a:ext uri="{FF2B5EF4-FFF2-40B4-BE49-F238E27FC236}">
                  <a16:creationId xmlns:a16="http://schemas.microsoft.com/office/drawing/2014/main" id="{A78D7B68-FA01-734B-9435-5112615D166C}"/>
                </a:ext>
              </a:extLst>
            </p:cNvPr>
            <p:cNvPicPr>
              <a:picLocks noChangeAspect="1"/>
            </p:cNvPicPr>
            <p:nvPr/>
          </p:nvPicPr>
          <p:blipFill>
            <a:blip r:embed="rId3"/>
            <a:stretch>
              <a:fillRect/>
            </a:stretch>
          </p:blipFill>
          <p:spPr>
            <a:xfrm>
              <a:off x="536243" y="4342546"/>
              <a:ext cx="4282860" cy="2363054"/>
            </a:xfrm>
            <a:prstGeom prst="rect">
              <a:avLst/>
            </a:prstGeom>
          </p:spPr>
        </p:pic>
      </p:grpSp>
    </p:spTree>
    <p:extLst>
      <p:ext uri="{BB962C8B-B14F-4D97-AF65-F5344CB8AC3E}">
        <p14:creationId xmlns:p14="http://schemas.microsoft.com/office/powerpoint/2010/main" val="386023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TotalTime>
  <Words>521</Words>
  <Application>Microsoft Macintosh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-apple-system</vt:lpstr>
      <vt:lpstr>Arial</vt:lpstr>
      <vt:lpstr>Calibri</vt:lpstr>
      <vt:lpstr>Calibri Light</vt:lpstr>
      <vt:lpstr>Office Theme</vt:lpstr>
      <vt:lpstr> Credit Card Churn Prediction Model  submitted:  2021-05-25</vt:lpstr>
      <vt:lpstr>Objective</vt:lpstr>
      <vt:lpstr>Background</vt:lpstr>
      <vt:lpstr>Features: Customer Details</vt:lpstr>
      <vt:lpstr>Focal Areas to Avoid Attrition</vt:lpstr>
      <vt:lpstr>Feature Importance</vt:lpstr>
      <vt:lpstr>PowerPoint Presentation</vt:lpstr>
      <vt:lpstr> Credit Card Churn Prediction Model  submitted:  2021-05-25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Cars4U Project</dc:title>
  <dc:creator>Cameron Presley</dc:creator>
  <cp:lastModifiedBy>Cameron Presley</cp:lastModifiedBy>
  <cp:revision>78</cp:revision>
  <cp:lastPrinted>2021-05-07T07:03:02Z</cp:lastPrinted>
  <dcterms:created xsi:type="dcterms:W3CDTF">2021-03-21T08:03:15Z</dcterms:created>
  <dcterms:modified xsi:type="dcterms:W3CDTF">2021-05-26T06:26:51Z</dcterms:modified>
</cp:coreProperties>
</file>